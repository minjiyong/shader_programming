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53"/>
  </p:notesMasterIdLst>
  <p:sldIdLst>
    <p:sldId id="256" r:id="rId2"/>
    <p:sldId id="260" r:id="rId3"/>
    <p:sldId id="402" r:id="rId4"/>
    <p:sldId id="403" r:id="rId5"/>
    <p:sldId id="404" r:id="rId6"/>
    <p:sldId id="405" r:id="rId7"/>
    <p:sldId id="406" r:id="rId8"/>
    <p:sldId id="407" r:id="rId9"/>
    <p:sldId id="408" r:id="rId10"/>
    <p:sldId id="409" r:id="rId11"/>
    <p:sldId id="410" r:id="rId12"/>
    <p:sldId id="411" r:id="rId13"/>
    <p:sldId id="412" r:id="rId14"/>
    <p:sldId id="413" r:id="rId15"/>
    <p:sldId id="419" r:id="rId16"/>
    <p:sldId id="414" r:id="rId17"/>
    <p:sldId id="415" r:id="rId18"/>
    <p:sldId id="416" r:id="rId19"/>
    <p:sldId id="417" r:id="rId20"/>
    <p:sldId id="418" r:id="rId21"/>
    <p:sldId id="427" r:id="rId22"/>
    <p:sldId id="428" r:id="rId23"/>
    <p:sldId id="421" r:id="rId24"/>
    <p:sldId id="466" r:id="rId25"/>
    <p:sldId id="420" r:id="rId26"/>
    <p:sldId id="422" r:id="rId27"/>
    <p:sldId id="281" r:id="rId28"/>
    <p:sldId id="393" r:id="rId29"/>
    <p:sldId id="430" r:id="rId30"/>
    <p:sldId id="435" r:id="rId31"/>
    <p:sldId id="436" r:id="rId32"/>
    <p:sldId id="467" r:id="rId33"/>
    <p:sldId id="431" r:id="rId34"/>
    <p:sldId id="432" r:id="rId35"/>
    <p:sldId id="429" r:id="rId36"/>
    <p:sldId id="439" r:id="rId37"/>
    <p:sldId id="440" r:id="rId38"/>
    <p:sldId id="441" r:id="rId39"/>
    <p:sldId id="433" r:id="rId40"/>
    <p:sldId id="434" r:id="rId41"/>
    <p:sldId id="442" r:id="rId42"/>
    <p:sldId id="443" r:id="rId43"/>
    <p:sldId id="444" r:id="rId44"/>
    <p:sldId id="448" r:id="rId45"/>
    <p:sldId id="449" r:id="rId46"/>
    <p:sldId id="450" r:id="rId47"/>
    <p:sldId id="451" r:id="rId48"/>
    <p:sldId id="452" r:id="rId49"/>
    <p:sldId id="454" r:id="rId50"/>
    <p:sldId id="457" r:id="rId51"/>
    <p:sldId id="465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93" autoAdjust="0"/>
    <p:restoredTop sz="94660"/>
  </p:normalViewPr>
  <p:slideViewPr>
    <p:cSldViewPr>
      <p:cViewPr varScale="1">
        <p:scale>
          <a:sx n="65" d="100"/>
          <a:sy n="65" d="100"/>
        </p:scale>
        <p:origin x="66" y="78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21" d="100"/>
          <a:sy n="121" d="100"/>
        </p:scale>
        <p:origin x="5020" y="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34835-998C-48F3-922B-834DDD525EE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22D599-627B-48A2-BB2C-C81EC15F966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9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1034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107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3861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5715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061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7532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5703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248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483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파노라마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1693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캡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36340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캡션 있는 인용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333358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명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52763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061155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그림 열 3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8381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582132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385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2025-11-24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7793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0.png"/><Relationship Id="rId2" Type="http://schemas.openxmlformats.org/officeDocument/2006/relationships/image" Target="../media/image310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00.png"/><Relationship Id="rId4" Type="http://schemas.openxmlformats.org/officeDocument/2006/relationships/image" Target="../media/image510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0.png"/><Relationship Id="rId3" Type="http://schemas.openxmlformats.org/officeDocument/2006/relationships/image" Target="../media/image8100.png"/><Relationship Id="rId7" Type="http://schemas.openxmlformats.org/officeDocument/2006/relationships/image" Target="../media/image1210.png"/><Relationship Id="rId2" Type="http://schemas.openxmlformats.org/officeDocument/2006/relationships/image" Target="../media/image710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10.png"/><Relationship Id="rId5" Type="http://schemas.openxmlformats.org/officeDocument/2006/relationships/image" Target="../media/image1010.png"/><Relationship Id="rId4" Type="http://schemas.openxmlformats.org/officeDocument/2006/relationships/image" Target="../media/image989.png"/><Relationship Id="rId9" Type="http://schemas.openxmlformats.org/officeDocument/2006/relationships/image" Target="../media/image14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0.png"/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10.png"/><Relationship Id="rId4" Type="http://schemas.openxmlformats.org/officeDocument/2006/relationships/image" Target="../media/image1710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10.png"/><Relationship Id="rId3" Type="http://schemas.openxmlformats.org/officeDocument/2006/relationships/image" Target="../media/image2010.png"/><Relationship Id="rId7" Type="http://schemas.openxmlformats.org/officeDocument/2006/relationships/image" Target="../media/image2410.png"/><Relationship Id="rId2" Type="http://schemas.openxmlformats.org/officeDocument/2006/relationships/image" Target="../media/image19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10.png"/><Relationship Id="rId5" Type="http://schemas.openxmlformats.org/officeDocument/2006/relationships/image" Target="../media/image2210.png"/><Relationship Id="rId4" Type="http://schemas.openxmlformats.org/officeDocument/2006/relationships/image" Target="../media/image2110.png"/><Relationship Id="rId9" Type="http://schemas.openxmlformats.org/officeDocument/2006/relationships/image" Target="../media/image2610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10.png"/><Relationship Id="rId13" Type="http://schemas.openxmlformats.org/officeDocument/2006/relationships/image" Target="../media/image11.png"/><Relationship Id="rId18" Type="http://schemas.openxmlformats.org/officeDocument/2006/relationships/image" Target="../media/image4310.png"/><Relationship Id="rId3" Type="http://schemas.openxmlformats.org/officeDocument/2006/relationships/image" Target="../media/image2810.png"/><Relationship Id="rId7" Type="http://schemas.openxmlformats.org/officeDocument/2006/relationships/image" Target="../media/image3210.png"/><Relationship Id="rId12" Type="http://schemas.openxmlformats.org/officeDocument/2006/relationships/image" Target="../media/image10.png"/><Relationship Id="rId17" Type="http://schemas.openxmlformats.org/officeDocument/2006/relationships/image" Target="../media/image4210.png"/><Relationship Id="rId2" Type="http://schemas.openxmlformats.org/officeDocument/2006/relationships/image" Target="../media/image2710.png"/><Relationship Id="rId16" Type="http://schemas.openxmlformats.org/officeDocument/2006/relationships/image" Target="../media/image41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10.png"/><Relationship Id="rId11" Type="http://schemas.openxmlformats.org/officeDocument/2006/relationships/image" Target="../media/image9.png"/><Relationship Id="rId5" Type="http://schemas.openxmlformats.org/officeDocument/2006/relationships/image" Target="../media/image3010.png"/><Relationship Id="rId15" Type="http://schemas.openxmlformats.org/officeDocument/2006/relationships/image" Target="../media/image4010.png"/><Relationship Id="rId10" Type="http://schemas.openxmlformats.org/officeDocument/2006/relationships/image" Target="../media/image8.png"/><Relationship Id="rId19" Type="http://schemas.openxmlformats.org/officeDocument/2006/relationships/image" Target="../media/image4410.png"/><Relationship Id="rId4" Type="http://schemas.openxmlformats.org/officeDocument/2006/relationships/image" Target="../media/image2910.png"/><Relationship Id="rId9" Type="http://schemas.openxmlformats.org/officeDocument/2006/relationships/image" Target="../media/image3410.png"/><Relationship Id="rId14" Type="http://schemas.openxmlformats.org/officeDocument/2006/relationships/image" Target="../media/image391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10.png"/><Relationship Id="rId13" Type="http://schemas.openxmlformats.org/officeDocument/2006/relationships/image" Target="../media/image5610.png"/><Relationship Id="rId18" Type="http://schemas.openxmlformats.org/officeDocument/2006/relationships/image" Target="../media/image6110.png"/><Relationship Id="rId3" Type="http://schemas.openxmlformats.org/officeDocument/2006/relationships/image" Target="../media/image4610.png"/><Relationship Id="rId7" Type="http://schemas.openxmlformats.org/officeDocument/2006/relationships/image" Target="../media/image5010.png"/><Relationship Id="rId12" Type="http://schemas.openxmlformats.org/officeDocument/2006/relationships/image" Target="../media/image5510.png"/><Relationship Id="rId17" Type="http://schemas.openxmlformats.org/officeDocument/2006/relationships/image" Target="../media/image6010.png"/><Relationship Id="rId2" Type="http://schemas.openxmlformats.org/officeDocument/2006/relationships/image" Target="../media/image4510.png"/><Relationship Id="rId16" Type="http://schemas.openxmlformats.org/officeDocument/2006/relationships/image" Target="../media/image59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910.png"/><Relationship Id="rId11" Type="http://schemas.openxmlformats.org/officeDocument/2006/relationships/image" Target="../media/image5410.png"/><Relationship Id="rId5" Type="http://schemas.openxmlformats.org/officeDocument/2006/relationships/image" Target="../media/image4810.png"/><Relationship Id="rId15" Type="http://schemas.openxmlformats.org/officeDocument/2006/relationships/image" Target="../media/image5810.png"/><Relationship Id="rId10" Type="http://schemas.openxmlformats.org/officeDocument/2006/relationships/image" Target="../media/image5310.png"/><Relationship Id="rId19" Type="http://schemas.openxmlformats.org/officeDocument/2006/relationships/image" Target="../media/image6210.png"/><Relationship Id="rId4" Type="http://schemas.openxmlformats.org/officeDocument/2006/relationships/image" Target="../media/image4710.png"/><Relationship Id="rId9" Type="http://schemas.openxmlformats.org/officeDocument/2006/relationships/image" Target="../media/image5210.png"/><Relationship Id="rId14" Type="http://schemas.openxmlformats.org/officeDocument/2006/relationships/image" Target="../media/image571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10.png"/><Relationship Id="rId13" Type="http://schemas.openxmlformats.org/officeDocument/2006/relationships/image" Target="../media/image7410.png"/><Relationship Id="rId18" Type="http://schemas.openxmlformats.org/officeDocument/2006/relationships/image" Target="../media/image7910.png"/><Relationship Id="rId3" Type="http://schemas.openxmlformats.org/officeDocument/2006/relationships/image" Target="../media/image13.png"/><Relationship Id="rId21" Type="http://schemas.openxmlformats.org/officeDocument/2006/relationships/image" Target="../media/image8210.png"/><Relationship Id="rId7" Type="http://schemas.openxmlformats.org/officeDocument/2006/relationships/image" Target="../media/image17.png"/><Relationship Id="rId12" Type="http://schemas.openxmlformats.org/officeDocument/2006/relationships/image" Target="../media/image7310.png"/><Relationship Id="rId17" Type="http://schemas.openxmlformats.org/officeDocument/2006/relationships/image" Target="../media/image7810.png"/><Relationship Id="rId25" Type="http://schemas.openxmlformats.org/officeDocument/2006/relationships/image" Target="../media/image21.png"/><Relationship Id="rId2" Type="http://schemas.openxmlformats.org/officeDocument/2006/relationships/image" Target="../media/image12.png"/><Relationship Id="rId16" Type="http://schemas.openxmlformats.org/officeDocument/2006/relationships/image" Target="../media/image7710.png"/><Relationship Id="rId20" Type="http://schemas.openxmlformats.org/officeDocument/2006/relationships/image" Target="../media/image81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11" Type="http://schemas.openxmlformats.org/officeDocument/2006/relationships/image" Target="../media/image7210.png"/><Relationship Id="rId24" Type="http://schemas.openxmlformats.org/officeDocument/2006/relationships/image" Target="../media/image20.png"/><Relationship Id="rId5" Type="http://schemas.openxmlformats.org/officeDocument/2006/relationships/image" Target="../media/image15.png"/><Relationship Id="rId15" Type="http://schemas.openxmlformats.org/officeDocument/2006/relationships/image" Target="../media/image7610.png"/><Relationship Id="rId23" Type="http://schemas.openxmlformats.org/officeDocument/2006/relationships/image" Target="../media/image19.png"/><Relationship Id="rId10" Type="http://schemas.openxmlformats.org/officeDocument/2006/relationships/image" Target="../media/image7110.png"/><Relationship Id="rId19" Type="http://schemas.openxmlformats.org/officeDocument/2006/relationships/image" Target="../media/image8010.png"/><Relationship Id="rId4" Type="http://schemas.openxmlformats.org/officeDocument/2006/relationships/image" Target="../media/image14.png"/><Relationship Id="rId9" Type="http://schemas.openxmlformats.org/officeDocument/2006/relationships/image" Target="../media/image7010.png"/><Relationship Id="rId14" Type="http://schemas.openxmlformats.org/officeDocument/2006/relationships/image" Target="../media/image7510.png"/><Relationship Id="rId22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18000"/>
                <a:satMod val="160000"/>
                <a:lumMod val="28000"/>
              </a:schemeClr>
              <a:schemeClr val="bg2">
                <a:tint val="95000"/>
                <a:satMod val="160000"/>
                <a:lumMod val="116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068059-9097-4F05-BA38-CDD7DBF773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164A015-EDB3-4688-8B77-9255305411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551035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1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13794" y="643467"/>
            <a:ext cx="9600217" cy="3585834"/>
          </a:xfrm>
        </p:spPr>
        <p:txBody>
          <a:bodyPr>
            <a:normAutofit/>
          </a:bodyPr>
          <a:lstStyle/>
          <a:p>
            <a:pPr algn="l"/>
            <a:r>
              <a:rPr lang="ko-KR" altLang="en-US" sz="7200" dirty="0" err="1"/>
              <a:t>셰이더</a:t>
            </a:r>
            <a:r>
              <a:rPr lang="ko-KR" altLang="en-US" sz="7200" dirty="0"/>
              <a:t> 프로그래밍</a:t>
            </a:r>
            <a:br>
              <a:rPr lang="en-US" altLang="ko-KR" sz="7200"/>
            </a:br>
            <a:r>
              <a:rPr lang="en-US" altLang="ko-KR" sz="7200"/>
              <a:t>Lecture4</a:t>
            </a:r>
            <a:endParaRPr lang="ko-KR" altLang="en-US" sz="72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913794" y="4872767"/>
            <a:ext cx="9600217" cy="1424165"/>
          </a:xfrm>
        </p:spPr>
        <p:txBody>
          <a:bodyPr>
            <a:normAutofit/>
          </a:bodyPr>
          <a:lstStyle/>
          <a:p>
            <a:pPr algn="l"/>
            <a:r>
              <a:rPr lang="en-US" altLang="ko-KR" sz="3200"/>
              <a:t>2025</a:t>
            </a:r>
            <a:r>
              <a:rPr lang="ko-KR" altLang="en-US" sz="3200"/>
              <a:t>년 </a:t>
            </a:r>
            <a:r>
              <a:rPr lang="en-US" altLang="ko-KR" sz="3200"/>
              <a:t>2</a:t>
            </a:r>
            <a:r>
              <a:rPr lang="ko-KR" altLang="en-US" sz="3200"/>
              <a:t>학기</a:t>
            </a:r>
            <a:endParaRPr lang="en-US" altLang="ko-KR" sz="3200"/>
          </a:p>
          <a:p>
            <a:pPr algn="l"/>
            <a:r>
              <a:rPr lang="ko-KR" altLang="en-US" sz="3200"/>
              <a:t>담당교수 </a:t>
            </a:r>
            <a:r>
              <a:rPr lang="en-US" altLang="ko-KR" sz="3200"/>
              <a:t>: </a:t>
            </a:r>
            <a:r>
              <a:rPr lang="ko-KR" altLang="en-US" sz="3200"/>
              <a:t>게임공학과 이택희</a:t>
            </a:r>
          </a:p>
        </p:txBody>
      </p:sp>
    </p:spTree>
    <p:extLst>
      <p:ext uri="{BB962C8B-B14F-4D97-AF65-F5344CB8AC3E}">
        <p14:creationId xmlns:p14="http://schemas.microsoft.com/office/powerpoint/2010/main" val="3536912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수업에서 다룰 내용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매핑</a:t>
            </a:r>
            <a:endParaRPr lang="en-US" altLang="ko-KR" dirty="0"/>
          </a:p>
          <a:p>
            <a:r>
              <a:rPr lang="ko-KR" altLang="en-US" dirty="0" err="1"/>
              <a:t>텍스쳐</a:t>
            </a:r>
            <a:r>
              <a:rPr lang="ko-KR" altLang="en-US" dirty="0"/>
              <a:t> 생성</a:t>
            </a:r>
            <a:endParaRPr lang="en-US" altLang="ko-KR" dirty="0"/>
          </a:p>
          <a:p>
            <a:r>
              <a:rPr lang="ko-KR" altLang="en-US" dirty="0" err="1"/>
              <a:t>텍스쳐</a:t>
            </a:r>
            <a:r>
              <a:rPr lang="ko-KR" altLang="en-US" dirty="0"/>
              <a:t> 사용 </a:t>
            </a:r>
            <a:endParaRPr lang="en-US" altLang="ko-KR" dirty="0"/>
          </a:p>
          <a:p>
            <a:r>
              <a:rPr lang="ko-KR" altLang="en-US" dirty="0"/>
              <a:t>다중 텍스처 사용</a:t>
            </a:r>
            <a:endParaRPr lang="en-US" altLang="ko-KR" dirty="0"/>
          </a:p>
          <a:p>
            <a:r>
              <a:rPr lang="ko-KR" altLang="en-US" dirty="0"/>
              <a:t>단일 텍스처 사용 애니메이션 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550354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en-US" altLang="ko-KR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894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텍스쳐란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물체의 표면의 디테일을 표현하고자 할 때 모두 </a:t>
            </a:r>
            <a:r>
              <a:rPr lang="ko-KR" altLang="en-US" dirty="0" err="1"/>
              <a:t>버텍스로</a:t>
            </a:r>
            <a:r>
              <a:rPr lang="ko-KR" altLang="en-US" dirty="0"/>
              <a:t> 표현하기 위해선 매우 많은 데이터가 필요</a:t>
            </a:r>
            <a:endParaRPr lang="en-US" altLang="ko-KR" dirty="0"/>
          </a:p>
          <a:p>
            <a:pPr lvl="1"/>
            <a:r>
              <a:rPr lang="ko-KR" altLang="en-US" dirty="0"/>
              <a:t>해당 부분을 이미지로 대체 할 경우 간단하게 복잡한 표면을 표현 할 수 있음</a:t>
            </a:r>
            <a:endParaRPr lang="en-US" altLang="ko-KR" dirty="0"/>
          </a:p>
          <a:p>
            <a:pPr lvl="1"/>
            <a:r>
              <a:rPr lang="ko-KR" altLang="en-US" dirty="0"/>
              <a:t>이 이미지를 </a:t>
            </a:r>
            <a:r>
              <a:rPr lang="ko-KR" altLang="en-US" dirty="0" err="1"/>
              <a:t>텍스쳐라</a:t>
            </a:r>
            <a:r>
              <a:rPr lang="ko-KR" altLang="en-US" dirty="0"/>
              <a:t> 함</a:t>
            </a:r>
          </a:p>
        </p:txBody>
      </p:sp>
    </p:spTree>
    <p:extLst>
      <p:ext uri="{BB962C8B-B14F-4D97-AF65-F5344CB8AC3E}">
        <p14:creationId xmlns:p14="http://schemas.microsoft.com/office/powerpoint/2010/main" val="4189775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pic>
        <p:nvPicPr>
          <p:cNvPr id="1026" name="Picture 2" descr="texture mapping에 대한 이미지 검색결과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4388" y="1628800"/>
            <a:ext cx="4791075" cy="202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xture mapping에 대한 이미지 검색결과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7" y="4149080"/>
            <a:ext cx="7680699" cy="2334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0055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1158287"/>
          </a:xfrm>
        </p:spPr>
        <p:txBody>
          <a:bodyPr>
            <a:normAutofit fontScale="62500" lnSpcReduction="20000"/>
          </a:bodyPr>
          <a:lstStyle/>
          <a:p>
            <a:r>
              <a:rPr lang="ko-KR" altLang="en-US" dirty="0"/>
              <a:t>필요한 데이터</a:t>
            </a:r>
            <a:endParaRPr lang="en-US" altLang="ko-KR" dirty="0"/>
          </a:p>
          <a:p>
            <a:pPr lvl="1"/>
            <a:r>
              <a:rPr lang="ko-KR" altLang="en-US" dirty="0"/>
              <a:t>이미지 </a:t>
            </a:r>
            <a:r>
              <a:rPr lang="en-US" altLang="ko-KR" dirty="0"/>
              <a:t>(jpg, bmp, </a:t>
            </a:r>
            <a:r>
              <a:rPr lang="en-US" altLang="ko-KR" dirty="0" err="1"/>
              <a:t>png</a:t>
            </a:r>
            <a:r>
              <a:rPr lang="en-US" altLang="ko-KR" dirty="0"/>
              <a:t>, tiff, …)</a:t>
            </a:r>
          </a:p>
          <a:p>
            <a:pPr lvl="1"/>
            <a:r>
              <a:rPr lang="ko-KR" altLang="en-US" dirty="0" err="1"/>
              <a:t>매핑</a:t>
            </a:r>
            <a:r>
              <a:rPr lang="ko-KR" altLang="en-US" dirty="0"/>
              <a:t> 위치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2711624" y="4080248"/>
            <a:ext cx="2448272" cy="1944216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타원 4"/>
          <p:cNvSpPr/>
          <p:nvPr/>
        </p:nvSpPr>
        <p:spPr>
          <a:xfrm>
            <a:off x="3241564" y="4427972"/>
            <a:ext cx="360040" cy="36004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타원 5"/>
          <p:cNvSpPr/>
          <p:nvPr/>
        </p:nvSpPr>
        <p:spPr>
          <a:xfrm>
            <a:off x="4295800" y="4427972"/>
            <a:ext cx="360040" cy="360040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 7"/>
          <p:cNvSpPr/>
          <p:nvPr/>
        </p:nvSpPr>
        <p:spPr>
          <a:xfrm>
            <a:off x="3170932" y="5076032"/>
            <a:ext cx="1498600" cy="660400"/>
          </a:xfrm>
          <a:custGeom>
            <a:avLst/>
            <a:gdLst>
              <a:gd name="connsiteX0" fmla="*/ 114300 w 1498600"/>
              <a:gd name="connsiteY0" fmla="*/ 444500 h 660400"/>
              <a:gd name="connsiteX1" fmla="*/ 114300 w 1498600"/>
              <a:gd name="connsiteY1" fmla="*/ 444500 h 660400"/>
              <a:gd name="connsiteX2" fmla="*/ 25400 w 1498600"/>
              <a:gd name="connsiteY2" fmla="*/ 317500 h 660400"/>
              <a:gd name="connsiteX3" fmla="*/ 0 w 1498600"/>
              <a:gd name="connsiteY3" fmla="*/ 241300 h 660400"/>
              <a:gd name="connsiteX4" fmla="*/ 12700 w 1498600"/>
              <a:gd name="connsiteY4" fmla="*/ 88900 h 660400"/>
              <a:gd name="connsiteX5" fmla="*/ 25400 w 1498600"/>
              <a:gd name="connsiteY5" fmla="*/ 50800 h 660400"/>
              <a:gd name="connsiteX6" fmla="*/ 76200 w 1498600"/>
              <a:gd name="connsiteY6" fmla="*/ 12700 h 660400"/>
              <a:gd name="connsiteX7" fmla="*/ 114300 w 1498600"/>
              <a:gd name="connsiteY7" fmla="*/ 0 h 660400"/>
              <a:gd name="connsiteX8" fmla="*/ 203200 w 1498600"/>
              <a:gd name="connsiteY8" fmla="*/ 50800 h 660400"/>
              <a:gd name="connsiteX9" fmla="*/ 241300 w 1498600"/>
              <a:gd name="connsiteY9" fmla="*/ 63500 h 660400"/>
              <a:gd name="connsiteX10" fmla="*/ 317500 w 1498600"/>
              <a:gd name="connsiteY10" fmla="*/ 114300 h 660400"/>
              <a:gd name="connsiteX11" fmla="*/ 393700 w 1498600"/>
              <a:gd name="connsiteY11" fmla="*/ 139700 h 660400"/>
              <a:gd name="connsiteX12" fmla="*/ 444500 w 1498600"/>
              <a:gd name="connsiteY12" fmla="*/ 165100 h 660400"/>
              <a:gd name="connsiteX13" fmla="*/ 584200 w 1498600"/>
              <a:gd name="connsiteY13" fmla="*/ 203200 h 660400"/>
              <a:gd name="connsiteX14" fmla="*/ 787400 w 1498600"/>
              <a:gd name="connsiteY14" fmla="*/ 177800 h 660400"/>
              <a:gd name="connsiteX15" fmla="*/ 863600 w 1498600"/>
              <a:gd name="connsiteY15" fmla="*/ 139700 h 660400"/>
              <a:gd name="connsiteX16" fmla="*/ 952500 w 1498600"/>
              <a:gd name="connsiteY16" fmla="*/ 114300 h 660400"/>
              <a:gd name="connsiteX17" fmla="*/ 1003300 w 1498600"/>
              <a:gd name="connsiteY17" fmla="*/ 76200 h 660400"/>
              <a:gd name="connsiteX18" fmla="*/ 1041400 w 1498600"/>
              <a:gd name="connsiteY18" fmla="*/ 63500 h 660400"/>
              <a:gd name="connsiteX19" fmla="*/ 1079500 w 1498600"/>
              <a:gd name="connsiteY19" fmla="*/ 38100 h 660400"/>
              <a:gd name="connsiteX20" fmla="*/ 1155700 w 1498600"/>
              <a:gd name="connsiteY20" fmla="*/ 0 h 660400"/>
              <a:gd name="connsiteX21" fmla="*/ 1371600 w 1498600"/>
              <a:gd name="connsiteY21" fmla="*/ 12700 h 660400"/>
              <a:gd name="connsiteX22" fmla="*/ 1409700 w 1498600"/>
              <a:gd name="connsiteY22" fmla="*/ 50800 h 660400"/>
              <a:gd name="connsiteX23" fmla="*/ 1447800 w 1498600"/>
              <a:gd name="connsiteY23" fmla="*/ 76200 h 660400"/>
              <a:gd name="connsiteX24" fmla="*/ 1473200 w 1498600"/>
              <a:gd name="connsiteY24" fmla="*/ 114300 h 660400"/>
              <a:gd name="connsiteX25" fmla="*/ 1498600 w 1498600"/>
              <a:gd name="connsiteY25" fmla="*/ 190500 h 660400"/>
              <a:gd name="connsiteX26" fmla="*/ 1485900 w 1498600"/>
              <a:gd name="connsiteY26" fmla="*/ 304800 h 660400"/>
              <a:gd name="connsiteX27" fmla="*/ 1460500 w 1498600"/>
              <a:gd name="connsiteY27" fmla="*/ 342900 h 660400"/>
              <a:gd name="connsiteX28" fmla="*/ 1447800 w 1498600"/>
              <a:gd name="connsiteY28" fmla="*/ 381000 h 660400"/>
              <a:gd name="connsiteX29" fmla="*/ 1371600 w 1498600"/>
              <a:gd name="connsiteY29" fmla="*/ 457200 h 660400"/>
              <a:gd name="connsiteX30" fmla="*/ 1333500 w 1498600"/>
              <a:gd name="connsiteY30" fmla="*/ 495300 h 660400"/>
              <a:gd name="connsiteX31" fmla="*/ 1295400 w 1498600"/>
              <a:gd name="connsiteY31" fmla="*/ 508000 h 660400"/>
              <a:gd name="connsiteX32" fmla="*/ 1219200 w 1498600"/>
              <a:gd name="connsiteY32" fmla="*/ 558800 h 660400"/>
              <a:gd name="connsiteX33" fmla="*/ 1181100 w 1498600"/>
              <a:gd name="connsiteY33" fmla="*/ 571500 h 660400"/>
              <a:gd name="connsiteX34" fmla="*/ 1143000 w 1498600"/>
              <a:gd name="connsiteY34" fmla="*/ 596900 h 660400"/>
              <a:gd name="connsiteX35" fmla="*/ 1054100 w 1498600"/>
              <a:gd name="connsiteY35" fmla="*/ 622300 h 660400"/>
              <a:gd name="connsiteX36" fmla="*/ 977900 w 1498600"/>
              <a:gd name="connsiteY36" fmla="*/ 647700 h 660400"/>
              <a:gd name="connsiteX37" fmla="*/ 939800 w 1498600"/>
              <a:gd name="connsiteY37" fmla="*/ 660400 h 660400"/>
              <a:gd name="connsiteX38" fmla="*/ 457200 w 1498600"/>
              <a:gd name="connsiteY38" fmla="*/ 647700 h 660400"/>
              <a:gd name="connsiteX39" fmla="*/ 342900 w 1498600"/>
              <a:gd name="connsiteY39" fmla="*/ 609600 h 660400"/>
              <a:gd name="connsiteX40" fmla="*/ 266700 w 1498600"/>
              <a:gd name="connsiteY40" fmla="*/ 584200 h 660400"/>
              <a:gd name="connsiteX41" fmla="*/ 228600 w 1498600"/>
              <a:gd name="connsiteY41" fmla="*/ 571500 h 660400"/>
              <a:gd name="connsiteX42" fmla="*/ 165100 w 1498600"/>
              <a:gd name="connsiteY42" fmla="*/ 520700 h 660400"/>
              <a:gd name="connsiteX43" fmla="*/ 114300 w 1498600"/>
              <a:gd name="connsiteY43" fmla="*/ 444500 h 6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</a:cxnLst>
            <a:rect l="l" t="t" r="r" b="b"/>
            <a:pathLst>
              <a:path w="1498600" h="660400">
                <a:moveTo>
                  <a:pt x="114300" y="444500"/>
                </a:moveTo>
                <a:lnTo>
                  <a:pt x="114300" y="444500"/>
                </a:lnTo>
                <a:cubicBezTo>
                  <a:pt x="84667" y="402167"/>
                  <a:pt x="41741" y="366523"/>
                  <a:pt x="25400" y="317500"/>
                </a:cubicBezTo>
                <a:lnTo>
                  <a:pt x="0" y="241300"/>
                </a:lnTo>
                <a:cubicBezTo>
                  <a:pt x="4233" y="190500"/>
                  <a:pt x="5963" y="139429"/>
                  <a:pt x="12700" y="88900"/>
                </a:cubicBezTo>
                <a:cubicBezTo>
                  <a:pt x="14469" y="75630"/>
                  <a:pt x="16830" y="61084"/>
                  <a:pt x="25400" y="50800"/>
                </a:cubicBezTo>
                <a:cubicBezTo>
                  <a:pt x="38951" y="34539"/>
                  <a:pt x="57822" y="23202"/>
                  <a:pt x="76200" y="12700"/>
                </a:cubicBezTo>
                <a:cubicBezTo>
                  <a:pt x="87823" y="6058"/>
                  <a:pt x="101600" y="4233"/>
                  <a:pt x="114300" y="0"/>
                </a:cubicBezTo>
                <a:cubicBezTo>
                  <a:pt x="221741" y="26860"/>
                  <a:pt x="112404" y="-9731"/>
                  <a:pt x="203200" y="50800"/>
                </a:cubicBezTo>
                <a:cubicBezTo>
                  <a:pt x="214339" y="58226"/>
                  <a:pt x="229598" y="56999"/>
                  <a:pt x="241300" y="63500"/>
                </a:cubicBezTo>
                <a:cubicBezTo>
                  <a:pt x="267985" y="78325"/>
                  <a:pt x="288540" y="104647"/>
                  <a:pt x="317500" y="114300"/>
                </a:cubicBezTo>
                <a:cubicBezTo>
                  <a:pt x="342900" y="122767"/>
                  <a:pt x="369753" y="127726"/>
                  <a:pt x="393700" y="139700"/>
                </a:cubicBezTo>
                <a:cubicBezTo>
                  <a:pt x="410633" y="148167"/>
                  <a:pt x="426922" y="158069"/>
                  <a:pt x="444500" y="165100"/>
                </a:cubicBezTo>
                <a:cubicBezTo>
                  <a:pt x="508952" y="190881"/>
                  <a:pt x="520427" y="190445"/>
                  <a:pt x="584200" y="203200"/>
                </a:cubicBezTo>
                <a:cubicBezTo>
                  <a:pt x="670952" y="195313"/>
                  <a:pt x="712417" y="196546"/>
                  <a:pt x="787400" y="177800"/>
                </a:cubicBezTo>
                <a:cubicBezTo>
                  <a:pt x="851244" y="161839"/>
                  <a:pt x="801519" y="170740"/>
                  <a:pt x="863600" y="139700"/>
                </a:cubicBezTo>
                <a:cubicBezTo>
                  <a:pt x="881820" y="130590"/>
                  <a:pt x="936224" y="118369"/>
                  <a:pt x="952500" y="114300"/>
                </a:cubicBezTo>
                <a:cubicBezTo>
                  <a:pt x="969433" y="101600"/>
                  <a:pt x="984922" y="86702"/>
                  <a:pt x="1003300" y="76200"/>
                </a:cubicBezTo>
                <a:cubicBezTo>
                  <a:pt x="1014923" y="69558"/>
                  <a:pt x="1029426" y="69487"/>
                  <a:pt x="1041400" y="63500"/>
                </a:cubicBezTo>
                <a:cubicBezTo>
                  <a:pt x="1055052" y="56674"/>
                  <a:pt x="1065848" y="44926"/>
                  <a:pt x="1079500" y="38100"/>
                </a:cubicBezTo>
                <a:cubicBezTo>
                  <a:pt x="1184660" y="-14480"/>
                  <a:pt x="1046511" y="72793"/>
                  <a:pt x="1155700" y="0"/>
                </a:cubicBezTo>
                <a:cubicBezTo>
                  <a:pt x="1227667" y="4233"/>
                  <a:pt x="1300909" y="-1438"/>
                  <a:pt x="1371600" y="12700"/>
                </a:cubicBezTo>
                <a:cubicBezTo>
                  <a:pt x="1389212" y="16222"/>
                  <a:pt x="1395902" y="39302"/>
                  <a:pt x="1409700" y="50800"/>
                </a:cubicBezTo>
                <a:cubicBezTo>
                  <a:pt x="1421426" y="60571"/>
                  <a:pt x="1435100" y="67733"/>
                  <a:pt x="1447800" y="76200"/>
                </a:cubicBezTo>
                <a:cubicBezTo>
                  <a:pt x="1456267" y="88900"/>
                  <a:pt x="1467001" y="100352"/>
                  <a:pt x="1473200" y="114300"/>
                </a:cubicBezTo>
                <a:cubicBezTo>
                  <a:pt x="1484074" y="138766"/>
                  <a:pt x="1498600" y="190500"/>
                  <a:pt x="1498600" y="190500"/>
                </a:cubicBezTo>
                <a:cubicBezTo>
                  <a:pt x="1494367" y="228600"/>
                  <a:pt x="1495197" y="267610"/>
                  <a:pt x="1485900" y="304800"/>
                </a:cubicBezTo>
                <a:cubicBezTo>
                  <a:pt x="1482198" y="319608"/>
                  <a:pt x="1467326" y="329248"/>
                  <a:pt x="1460500" y="342900"/>
                </a:cubicBezTo>
                <a:cubicBezTo>
                  <a:pt x="1454513" y="354874"/>
                  <a:pt x="1456019" y="370433"/>
                  <a:pt x="1447800" y="381000"/>
                </a:cubicBezTo>
                <a:cubicBezTo>
                  <a:pt x="1425747" y="409354"/>
                  <a:pt x="1397000" y="431800"/>
                  <a:pt x="1371600" y="457200"/>
                </a:cubicBezTo>
                <a:cubicBezTo>
                  <a:pt x="1358900" y="469900"/>
                  <a:pt x="1350539" y="489620"/>
                  <a:pt x="1333500" y="495300"/>
                </a:cubicBezTo>
                <a:cubicBezTo>
                  <a:pt x="1320800" y="499533"/>
                  <a:pt x="1307102" y="501499"/>
                  <a:pt x="1295400" y="508000"/>
                </a:cubicBezTo>
                <a:cubicBezTo>
                  <a:pt x="1268715" y="522825"/>
                  <a:pt x="1248160" y="549147"/>
                  <a:pt x="1219200" y="558800"/>
                </a:cubicBezTo>
                <a:cubicBezTo>
                  <a:pt x="1206500" y="563033"/>
                  <a:pt x="1193074" y="565513"/>
                  <a:pt x="1181100" y="571500"/>
                </a:cubicBezTo>
                <a:cubicBezTo>
                  <a:pt x="1167448" y="578326"/>
                  <a:pt x="1156652" y="590074"/>
                  <a:pt x="1143000" y="596900"/>
                </a:cubicBezTo>
                <a:cubicBezTo>
                  <a:pt x="1121660" y="607570"/>
                  <a:pt x="1074445" y="616196"/>
                  <a:pt x="1054100" y="622300"/>
                </a:cubicBezTo>
                <a:cubicBezTo>
                  <a:pt x="1028455" y="629993"/>
                  <a:pt x="1003300" y="639233"/>
                  <a:pt x="977900" y="647700"/>
                </a:cubicBezTo>
                <a:lnTo>
                  <a:pt x="939800" y="660400"/>
                </a:lnTo>
                <a:lnTo>
                  <a:pt x="457200" y="647700"/>
                </a:lnTo>
                <a:cubicBezTo>
                  <a:pt x="337736" y="642270"/>
                  <a:pt x="419146" y="643487"/>
                  <a:pt x="342900" y="609600"/>
                </a:cubicBezTo>
                <a:cubicBezTo>
                  <a:pt x="318434" y="598726"/>
                  <a:pt x="292100" y="592667"/>
                  <a:pt x="266700" y="584200"/>
                </a:cubicBezTo>
                <a:lnTo>
                  <a:pt x="228600" y="571500"/>
                </a:lnTo>
                <a:cubicBezTo>
                  <a:pt x="171794" y="486291"/>
                  <a:pt x="238712" y="569775"/>
                  <a:pt x="165100" y="520700"/>
                </a:cubicBezTo>
                <a:cubicBezTo>
                  <a:pt x="150156" y="510737"/>
                  <a:pt x="122767" y="457200"/>
                  <a:pt x="114300" y="444500"/>
                </a:cubicBezTo>
                <a:close/>
              </a:path>
            </a:pathLst>
          </a:cu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3497179" y="6108800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이미지</a:t>
            </a:r>
          </a:p>
        </p:txBody>
      </p:sp>
      <p:sp>
        <p:nvSpPr>
          <p:cNvPr id="10" name="타원 9"/>
          <p:cNvSpPr/>
          <p:nvPr/>
        </p:nvSpPr>
        <p:spPr>
          <a:xfrm>
            <a:off x="7116700" y="4080248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타원 10"/>
          <p:cNvSpPr/>
          <p:nvPr/>
        </p:nvSpPr>
        <p:spPr>
          <a:xfrm>
            <a:off x="9060916" y="4079613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7116700" y="5894316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9060916" y="5893681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/>
          <p:cNvCxnSpPr>
            <a:stCxn id="10" idx="4"/>
            <a:endCxn id="12" idx="0"/>
          </p:cNvCxnSpPr>
          <p:nvPr/>
        </p:nvCxnSpPr>
        <p:spPr>
          <a:xfrm>
            <a:off x="7224712" y="4327630"/>
            <a:ext cx="0" cy="156668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>
            <a:stCxn id="10" idx="6"/>
            <a:endCxn id="11" idx="2"/>
          </p:cNvCxnSpPr>
          <p:nvPr/>
        </p:nvCxnSpPr>
        <p:spPr>
          <a:xfrm flipV="1">
            <a:off x="7332724" y="4203305"/>
            <a:ext cx="1728192" cy="63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>
            <a:stCxn id="11" idx="4"/>
            <a:endCxn id="13" idx="0"/>
          </p:cNvCxnSpPr>
          <p:nvPr/>
        </p:nvCxnSpPr>
        <p:spPr>
          <a:xfrm>
            <a:off x="9168928" y="4326995"/>
            <a:ext cx="0" cy="156668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2" idx="6"/>
            <a:endCxn id="13" idx="2"/>
          </p:cNvCxnSpPr>
          <p:nvPr/>
        </p:nvCxnSpPr>
        <p:spPr>
          <a:xfrm flipV="1">
            <a:off x="7332724" y="6017373"/>
            <a:ext cx="1728192" cy="63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12" idx="7"/>
            <a:endCxn id="11" idx="3"/>
          </p:cNvCxnSpPr>
          <p:nvPr/>
        </p:nvCxnSpPr>
        <p:spPr>
          <a:xfrm flipV="1">
            <a:off x="7301088" y="4290768"/>
            <a:ext cx="1791464" cy="163977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658024" y="3588386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8024" y="3588386"/>
                <a:ext cx="50405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6638788" y="6108800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8788" y="6108800"/>
                <a:ext cx="504056" cy="523220"/>
              </a:xfrm>
              <a:prstGeom prst="rect">
                <a:avLst/>
              </a:prstGeom>
              <a:blipFill>
                <a:blip r:embed="rId3"/>
                <a:stretch>
                  <a:fillRect r="-759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9123814" y="3588386"/>
                <a:ext cx="12542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ko-KR" sz="28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23814" y="3588386"/>
                <a:ext cx="125421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9246864" y="6057722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46864" y="6057722"/>
                <a:ext cx="50405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아래로 구부러진 화살표 28"/>
          <p:cNvSpPr/>
          <p:nvPr/>
        </p:nvSpPr>
        <p:spPr>
          <a:xfrm>
            <a:off x="4669532" y="3284984"/>
            <a:ext cx="1944216" cy="798240"/>
          </a:xfrm>
          <a:prstGeom prst="curved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464832" y="3409832"/>
            <a:ext cx="720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4000" dirty="0">
                <a:solidFill>
                  <a:srgbClr val="FF0000"/>
                </a:solidFill>
              </a:rPr>
              <a:t>?</a:t>
            </a:r>
            <a:endParaRPr lang="ko-KR" altLang="en-US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514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685801" y="2142068"/>
            <a:ext cx="10131425" cy="641370"/>
          </a:xfrm>
        </p:spPr>
        <p:txBody>
          <a:bodyPr>
            <a:normAutofit fontScale="92500"/>
          </a:bodyPr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상에서 사용되는 </a:t>
            </a:r>
            <a:r>
              <a:rPr lang="ko-KR" altLang="en-US" dirty="0" err="1"/>
              <a:t>좌표계는</a:t>
            </a:r>
            <a:r>
              <a:rPr lang="ko-KR" altLang="en-US" dirty="0"/>
              <a:t> </a:t>
            </a:r>
            <a:r>
              <a:rPr lang="en-US" altLang="ko-KR" dirty="0"/>
              <a:t>u, v </a:t>
            </a:r>
            <a:r>
              <a:rPr lang="ko-KR" altLang="en-US" dirty="0"/>
              <a:t>혹은 </a:t>
            </a:r>
            <a:r>
              <a:rPr lang="en-US" altLang="ko-KR" dirty="0"/>
              <a:t>s, t </a:t>
            </a:r>
            <a:r>
              <a:rPr lang="ko-KR" altLang="en-US" dirty="0"/>
              <a:t>로 표현 됨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2754655" y="3154108"/>
            <a:ext cx="4248472" cy="3208057"/>
            <a:chOff x="1187624" y="4080248"/>
            <a:chExt cx="2448272" cy="1944216"/>
          </a:xfrm>
        </p:grpSpPr>
        <p:sp>
          <p:nvSpPr>
            <p:cNvPr id="4" name="직사각형 3"/>
            <p:cNvSpPr/>
            <p:nvPr/>
          </p:nvSpPr>
          <p:spPr>
            <a:xfrm>
              <a:off x="1187624" y="4080248"/>
              <a:ext cx="2448272" cy="19442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/>
            <p:cNvSpPr/>
            <p:nvPr/>
          </p:nvSpPr>
          <p:spPr>
            <a:xfrm>
              <a:off x="1717564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/>
            <p:cNvSpPr/>
            <p:nvPr/>
          </p:nvSpPr>
          <p:spPr>
            <a:xfrm>
              <a:off x="2771800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자유형 6"/>
            <p:cNvSpPr/>
            <p:nvPr/>
          </p:nvSpPr>
          <p:spPr>
            <a:xfrm>
              <a:off x="1646932" y="5076032"/>
              <a:ext cx="1498600" cy="660400"/>
            </a:xfrm>
            <a:custGeom>
              <a:avLst/>
              <a:gdLst>
                <a:gd name="connsiteX0" fmla="*/ 114300 w 1498600"/>
                <a:gd name="connsiteY0" fmla="*/ 444500 h 660400"/>
                <a:gd name="connsiteX1" fmla="*/ 114300 w 1498600"/>
                <a:gd name="connsiteY1" fmla="*/ 444500 h 660400"/>
                <a:gd name="connsiteX2" fmla="*/ 25400 w 1498600"/>
                <a:gd name="connsiteY2" fmla="*/ 317500 h 660400"/>
                <a:gd name="connsiteX3" fmla="*/ 0 w 1498600"/>
                <a:gd name="connsiteY3" fmla="*/ 241300 h 660400"/>
                <a:gd name="connsiteX4" fmla="*/ 12700 w 1498600"/>
                <a:gd name="connsiteY4" fmla="*/ 88900 h 660400"/>
                <a:gd name="connsiteX5" fmla="*/ 25400 w 1498600"/>
                <a:gd name="connsiteY5" fmla="*/ 50800 h 660400"/>
                <a:gd name="connsiteX6" fmla="*/ 76200 w 1498600"/>
                <a:gd name="connsiteY6" fmla="*/ 12700 h 660400"/>
                <a:gd name="connsiteX7" fmla="*/ 114300 w 1498600"/>
                <a:gd name="connsiteY7" fmla="*/ 0 h 660400"/>
                <a:gd name="connsiteX8" fmla="*/ 203200 w 1498600"/>
                <a:gd name="connsiteY8" fmla="*/ 50800 h 660400"/>
                <a:gd name="connsiteX9" fmla="*/ 241300 w 1498600"/>
                <a:gd name="connsiteY9" fmla="*/ 63500 h 660400"/>
                <a:gd name="connsiteX10" fmla="*/ 317500 w 1498600"/>
                <a:gd name="connsiteY10" fmla="*/ 114300 h 660400"/>
                <a:gd name="connsiteX11" fmla="*/ 393700 w 1498600"/>
                <a:gd name="connsiteY11" fmla="*/ 139700 h 660400"/>
                <a:gd name="connsiteX12" fmla="*/ 444500 w 1498600"/>
                <a:gd name="connsiteY12" fmla="*/ 165100 h 660400"/>
                <a:gd name="connsiteX13" fmla="*/ 584200 w 1498600"/>
                <a:gd name="connsiteY13" fmla="*/ 203200 h 660400"/>
                <a:gd name="connsiteX14" fmla="*/ 787400 w 1498600"/>
                <a:gd name="connsiteY14" fmla="*/ 177800 h 660400"/>
                <a:gd name="connsiteX15" fmla="*/ 863600 w 1498600"/>
                <a:gd name="connsiteY15" fmla="*/ 139700 h 660400"/>
                <a:gd name="connsiteX16" fmla="*/ 952500 w 1498600"/>
                <a:gd name="connsiteY16" fmla="*/ 114300 h 660400"/>
                <a:gd name="connsiteX17" fmla="*/ 1003300 w 1498600"/>
                <a:gd name="connsiteY17" fmla="*/ 76200 h 660400"/>
                <a:gd name="connsiteX18" fmla="*/ 1041400 w 1498600"/>
                <a:gd name="connsiteY18" fmla="*/ 63500 h 660400"/>
                <a:gd name="connsiteX19" fmla="*/ 1079500 w 1498600"/>
                <a:gd name="connsiteY19" fmla="*/ 38100 h 660400"/>
                <a:gd name="connsiteX20" fmla="*/ 1155700 w 1498600"/>
                <a:gd name="connsiteY20" fmla="*/ 0 h 660400"/>
                <a:gd name="connsiteX21" fmla="*/ 1371600 w 1498600"/>
                <a:gd name="connsiteY21" fmla="*/ 12700 h 660400"/>
                <a:gd name="connsiteX22" fmla="*/ 1409700 w 1498600"/>
                <a:gd name="connsiteY22" fmla="*/ 50800 h 660400"/>
                <a:gd name="connsiteX23" fmla="*/ 1447800 w 1498600"/>
                <a:gd name="connsiteY23" fmla="*/ 76200 h 660400"/>
                <a:gd name="connsiteX24" fmla="*/ 1473200 w 1498600"/>
                <a:gd name="connsiteY24" fmla="*/ 114300 h 660400"/>
                <a:gd name="connsiteX25" fmla="*/ 1498600 w 1498600"/>
                <a:gd name="connsiteY25" fmla="*/ 190500 h 660400"/>
                <a:gd name="connsiteX26" fmla="*/ 1485900 w 1498600"/>
                <a:gd name="connsiteY26" fmla="*/ 304800 h 660400"/>
                <a:gd name="connsiteX27" fmla="*/ 1460500 w 1498600"/>
                <a:gd name="connsiteY27" fmla="*/ 342900 h 660400"/>
                <a:gd name="connsiteX28" fmla="*/ 1447800 w 1498600"/>
                <a:gd name="connsiteY28" fmla="*/ 381000 h 660400"/>
                <a:gd name="connsiteX29" fmla="*/ 1371600 w 1498600"/>
                <a:gd name="connsiteY29" fmla="*/ 457200 h 660400"/>
                <a:gd name="connsiteX30" fmla="*/ 1333500 w 1498600"/>
                <a:gd name="connsiteY30" fmla="*/ 495300 h 660400"/>
                <a:gd name="connsiteX31" fmla="*/ 1295400 w 1498600"/>
                <a:gd name="connsiteY31" fmla="*/ 508000 h 660400"/>
                <a:gd name="connsiteX32" fmla="*/ 1219200 w 1498600"/>
                <a:gd name="connsiteY32" fmla="*/ 558800 h 660400"/>
                <a:gd name="connsiteX33" fmla="*/ 1181100 w 1498600"/>
                <a:gd name="connsiteY33" fmla="*/ 571500 h 660400"/>
                <a:gd name="connsiteX34" fmla="*/ 1143000 w 1498600"/>
                <a:gd name="connsiteY34" fmla="*/ 596900 h 660400"/>
                <a:gd name="connsiteX35" fmla="*/ 1054100 w 1498600"/>
                <a:gd name="connsiteY35" fmla="*/ 622300 h 660400"/>
                <a:gd name="connsiteX36" fmla="*/ 977900 w 1498600"/>
                <a:gd name="connsiteY36" fmla="*/ 647700 h 660400"/>
                <a:gd name="connsiteX37" fmla="*/ 939800 w 1498600"/>
                <a:gd name="connsiteY37" fmla="*/ 660400 h 660400"/>
                <a:gd name="connsiteX38" fmla="*/ 457200 w 1498600"/>
                <a:gd name="connsiteY38" fmla="*/ 647700 h 660400"/>
                <a:gd name="connsiteX39" fmla="*/ 342900 w 1498600"/>
                <a:gd name="connsiteY39" fmla="*/ 609600 h 660400"/>
                <a:gd name="connsiteX40" fmla="*/ 266700 w 1498600"/>
                <a:gd name="connsiteY40" fmla="*/ 584200 h 660400"/>
                <a:gd name="connsiteX41" fmla="*/ 228600 w 1498600"/>
                <a:gd name="connsiteY41" fmla="*/ 571500 h 660400"/>
                <a:gd name="connsiteX42" fmla="*/ 165100 w 1498600"/>
                <a:gd name="connsiteY42" fmla="*/ 520700 h 660400"/>
                <a:gd name="connsiteX43" fmla="*/ 114300 w 1498600"/>
                <a:gd name="connsiteY43" fmla="*/ 4445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8600" h="660400">
                  <a:moveTo>
                    <a:pt x="114300" y="444500"/>
                  </a:moveTo>
                  <a:lnTo>
                    <a:pt x="114300" y="444500"/>
                  </a:lnTo>
                  <a:cubicBezTo>
                    <a:pt x="84667" y="402167"/>
                    <a:pt x="41741" y="366523"/>
                    <a:pt x="25400" y="317500"/>
                  </a:cubicBezTo>
                  <a:lnTo>
                    <a:pt x="0" y="241300"/>
                  </a:lnTo>
                  <a:cubicBezTo>
                    <a:pt x="4233" y="190500"/>
                    <a:pt x="5963" y="139429"/>
                    <a:pt x="12700" y="88900"/>
                  </a:cubicBezTo>
                  <a:cubicBezTo>
                    <a:pt x="14469" y="75630"/>
                    <a:pt x="16830" y="61084"/>
                    <a:pt x="25400" y="50800"/>
                  </a:cubicBezTo>
                  <a:cubicBezTo>
                    <a:pt x="38951" y="34539"/>
                    <a:pt x="57822" y="23202"/>
                    <a:pt x="76200" y="12700"/>
                  </a:cubicBezTo>
                  <a:cubicBezTo>
                    <a:pt x="87823" y="6058"/>
                    <a:pt x="101600" y="4233"/>
                    <a:pt x="114300" y="0"/>
                  </a:cubicBezTo>
                  <a:cubicBezTo>
                    <a:pt x="221741" y="26860"/>
                    <a:pt x="112404" y="-9731"/>
                    <a:pt x="203200" y="50800"/>
                  </a:cubicBezTo>
                  <a:cubicBezTo>
                    <a:pt x="214339" y="58226"/>
                    <a:pt x="229598" y="56999"/>
                    <a:pt x="241300" y="63500"/>
                  </a:cubicBezTo>
                  <a:cubicBezTo>
                    <a:pt x="267985" y="78325"/>
                    <a:pt x="288540" y="104647"/>
                    <a:pt x="317500" y="114300"/>
                  </a:cubicBezTo>
                  <a:cubicBezTo>
                    <a:pt x="342900" y="122767"/>
                    <a:pt x="369753" y="127726"/>
                    <a:pt x="393700" y="139700"/>
                  </a:cubicBezTo>
                  <a:cubicBezTo>
                    <a:pt x="410633" y="148167"/>
                    <a:pt x="426922" y="158069"/>
                    <a:pt x="444500" y="165100"/>
                  </a:cubicBezTo>
                  <a:cubicBezTo>
                    <a:pt x="508952" y="190881"/>
                    <a:pt x="520427" y="190445"/>
                    <a:pt x="584200" y="203200"/>
                  </a:cubicBezTo>
                  <a:cubicBezTo>
                    <a:pt x="670952" y="195313"/>
                    <a:pt x="712417" y="196546"/>
                    <a:pt x="787400" y="177800"/>
                  </a:cubicBezTo>
                  <a:cubicBezTo>
                    <a:pt x="851244" y="161839"/>
                    <a:pt x="801519" y="170740"/>
                    <a:pt x="863600" y="139700"/>
                  </a:cubicBezTo>
                  <a:cubicBezTo>
                    <a:pt x="881820" y="130590"/>
                    <a:pt x="936224" y="118369"/>
                    <a:pt x="952500" y="114300"/>
                  </a:cubicBezTo>
                  <a:cubicBezTo>
                    <a:pt x="969433" y="101600"/>
                    <a:pt x="984922" y="86702"/>
                    <a:pt x="1003300" y="76200"/>
                  </a:cubicBezTo>
                  <a:cubicBezTo>
                    <a:pt x="1014923" y="69558"/>
                    <a:pt x="1029426" y="69487"/>
                    <a:pt x="1041400" y="63500"/>
                  </a:cubicBezTo>
                  <a:cubicBezTo>
                    <a:pt x="1055052" y="56674"/>
                    <a:pt x="1065848" y="44926"/>
                    <a:pt x="1079500" y="38100"/>
                  </a:cubicBezTo>
                  <a:cubicBezTo>
                    <a:pt x="1184660" y="-14480"/>
                    <a:pt x="1046511" y="72793"/>
                    <a:pt x="1155700" y="0"/>
                  </a:cubicBezTo>
                  <a:cubicBezTo>
                    <a:pt x="1227667" y="4233"/>
                    <a:pt x="1300909" y="-1438"/>
                    <a:pt x="1371600" y="12700"/>
                  </a:cubicBezTo>
                  <a:cubicBezTo>
                    <a:pt x="1389212" y="16222"/>
                    <a:pt x="1395902" y="39302"/>
                    <a:pt x="1409700" y="50800"/>
                  </a:cubicBezTo>
                  <a:cubicBezTo>
                    <a:pt x="1421426" y="60571"/>
                    <a:pt x="1435100" y="67733"/>
                    <a:pt x="1447800" y="76200"/>
                  </a:cubicBezTo>
                  <a:cubicBezTo>
                    <a:pt x="1456267" y="88900"/>
                    <a:pt x="1467001" y="100352"/>
                    <a:pt x="1473200" y="114300"/>
                  </a:cubicBezTo>
                  <a:cubicBezTo>
                    <a:pt x="1484074" y="138766"/>
                    <a:pt x="1498600" y="190500"/>
                    <a:pt x="1498600" y="190500"/>
                  </a:cubicBezTo>
                  <a:cubicBezTo>
                    <a:pt x="1494367" y="228600"/>
                    <a:pt x="1495197" y="267610"/>
                    <a:pt x="1485900" y="304800"/>
                  </a:cubicBezTo>
                  <a:cubicBezTo>
                    <a:pt x="1482198" y="319608"/>
                    <a:pt x="1467326" y="329248"/>
                    <a:pt x="1460500" y="342900"/>
                  </a:cubicBezTo>
                  <a:cubicBezTo>
                    <a:pt x="1454513" y="354874"/>
                    <a:pt x="1456019" y="370433"/>
                    <a:pt x="1447800" y="381000"/>
                  </a:cubicBezTo>
                  <a:cubicBezTo>
                    <a:pt x="1425747" y="409354"/>
                    <a:pt x="1397000" y="431800"/>
                    <a:pt x="1371600" y="457200"/>
                  </a:cubicBezTo>
                  <a:cubicBezTo>
                    <a:pt x="1358900" y="469900"/>
                    <a:pt x="1350539" y="489620"/>
                    <a:pt x="1333500" y="495300"/>
                  </a:cubicBezTo>
                  <a:cubicBezTo>
                    <a:pt x="1320800" y="499533"/>
                    <a:pt x="1307102" y="501499"/>
                    <a:pt x="1295400" y="508000"/>
                  </a:cubicBezTo>
                  <a:cubicBezTo>
                    <a:pt x="1268715" y="522825"/>
                    <a:pt x="1248160" y="549147"/>
                    <a:pt x="1219200" y="558800"/>
                  </a:cubicBezTo>
                  <a:cubicBezTo>
                    <a:pt x="1206500" y="563033"/>
                    <a:pt x="1193074" y="565513"/>
                    <a:pt x="1181100" y="571500"/>
                  </a:cubicBezTo>
                  <a:cubicBezTo>
                    <a:pt x="1167448" y="578326"/>
                    <a:pt x="1156652" y="590074"/>
                    <a:pt x="1143000" y="596900"/>
                  </a:cubicBezTo>
                  <a:cubicBezTo>
                    <a:pt x="1121660" y="607570"/>
                    <a:pt x="1074445" y="616196"/>
                    <a:pt x="1054100" y="622300"/>
                  </a:cubicBezTo>
                  <a:cubicBezTo>
                    <a:pt x="1028455" y="629993"/>
                    <a:pt x="1003300" y="639233"/>
                    <a:pt x="977900" y="647700"/>
                  </a:cubicBezTo>
                  <a:lnTo>
                    <a:pt x="939800" y="660400"/>
                  </a:lnTo>
                  <a:lnTo>
                    <a:pt x="457200" y="647700"/>
                  </a:lnTo>
                  <a:cubicBezTo>
                    <a:pt x="337736" y="642270"/>
                    <a:pt x="419146" y="643487"/>
                    <a:pt x="342900" y="609600"/>
                  </a:cubicBezTo>
                  <a:cubicBezTo>
                    <a:pt x="318434" y="598726"/>
                    <a:pt x="292100" y="592667"/>
                    <a:pt x="266700" y="584200"/>
                  </a:cubicBezTo>
                  <a:lnTo>
                    <a:pt x="228600" y="571500"/>
                  </a:lnTo>
                  <a:cubicBezTo>
                    <a:pt x="171794" y="486291"/>
                    <a:pt x="238712" y="569775"/>
                    <a:pt x="165100" y="520700"/>
                  </a:cubicBezTo>
                  <a:cubicBezTo>
                    <a:pt x="150156" y="510737"/>
                    <a:pt x="122767" y="457200"/>
                    <a:pt x="114300" y="444500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2" name="직선 화살표 연결선 11"/>
          <p:cNvCxnSpPr>
            <a:cxnSpLocks/>
          </p:cNvCxnSpPr>
          <p:nvPr/>
        </p:nvCxnSpPr>
        <p:spPr>
          <a:xfrm>
            <a:off x="2490169" y="3140743"/>
            <a:ext cx="4723551" cy="1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cxnSpLocks/>
          </p:cNvCxnSpPr>
          <p:nvPr/>
        </p:nvCxnSpPr>
        <p:spPr>
          <a:xfrm>
            <a:off x="2754655" y="2831285"/>
            <a:ext cx="0" cy="3766067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36990" y="2569675"/>
            <a:ext cx="970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2800" dirty="0"/>
              <a:t>u (s)</a:t>
            </a:r>
            <a:endParaRPr lang="ko-KR" alt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1824396" y="6188404"/>
            <a:ext cx="7920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2800" dirty="0"/>
              <a:t>v (t)</a:t>
            </a:r>
            <a:endParaRPr lang="ko-KR" altLang="en-US" sz="2800" dirty="0"/>
          </a:p>
        </p:txBody>
      </p:sp>
      <p:sp>
        <p:nvSpPr>
          <p:cNvPr id="17" name="TextBox 16"/>
          <p:cNvSpPr txBox="1"/>
          <p:nvPr/>
        </p:nvSpPr>
        <p:spPr>
          <a:xfrm>
            <a:off x="7321996" y="4317484"/>
            <a:ext cx="28083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/>
              <a:t>수업에선 </a:t>
            </a:r>
            <a:r>
              <a:rPr lang="en-US" altLang="ko-KR" dirty="0"/>
              <a:t>u, v </a:t>
            </a:r>
            <a:r>
              <a:rPr lang="ko-KR" altLang="en-US" dirty="0"/>
              <a:t>의 축이 왼쪽 그림과 같다</a:t>
            </a:r>
          </a:p>
        </p:txBody>
      </p:sp>
    </p:spTree>
    <p:extLst>
      <p:ext uri="{BB962C8B-B14F-4D97-AF65-F5344CB8AC3E}">
        <p14:creationId xmlns:p14="http://schemas.microsoft.com/office/powerpoint/2010/main" val="179620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601471" y="1817086"/>
            <a:ext cx="10131425" cy="497562"/>
          </a:xfrm>
        </p:spPr>
        <p:txBody>
          <a:bodyPr>
            <a:normAutofit fontScale="77500" lnSpcReduction="20000"/>
          </a:bodyPr>
          <a:lstStyle/>
          <a:p>
            <a:r>
              <a:rPr lang="en-US" altLang="ko-KR" dirty="0"/>
              <a:t>u, v </a:t>
            </a:r>
            <a:r>
              <a:rPr lang="ko-KR" altLang="en-US" dirty="0"/>
              <a:t>혹은 </a:t>
            </a:r>
            <a:r>
              <a:rPr lang="en-US" altLang="ko-KR" dirty="0"/>
              <a:t>s, t </a:t>
            </a:r>
            <a:r>
              <a:rPr lang="ko-KR" altLang="en-US" dirty="0"/>
              <a:t>의 범위는 </a:t>
            </a:r>
            <a:r>
              <a:rPr lang="en-US" altLang="ko-KR" dirty="0"/>
              <a:t>0.0f ~ 1.0f </a:t>
            </a:r>
            <a:r>
              <a:rPr lang="ko-KR" altLang="en-US" dirty="0"/>
              <a:t>임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4122807" y="3154108"/>
            <a:ext cx="4248472" cy="3208057"/>
            <a:chOff x="1187624" y="4080248"/>
            <a:chExt cx="2448272" cy="1944216"/>
          </a:xfrm>
        </p:grpSpPr>
        <p:sp>
          <p:nvSpPr>
            <p:cNvPr id="4" name="직사각형 3"/>
            <p:cNvSpPr/>
            <p:nvPr/>
          </p:nvSpPr>
          <p:spPr>
            <a:xfrm>
              <a:off x="1187624" y="4080248"/>
              <a:ext cx="2448272" cy="19442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/>
            <p:cNvSpPr/>
            <p:nvPr/>
          </p:nvSpPr>
          <p:spPr>
            <a:xfrm>
              <a:off x="1717564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/>
            <p:cNvSpPr/>
            <p:nvPr/>
          </p:nvSpPr>
          <p:spPr>
            <a:xfrm>
              <a:off x="2771800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자유형 6"/>
            <p:cNvSpPr/>
            <p:nvPr/>
          </p:nvSpPr>
          <p:spPr>
            <a:xfrm>
              <a:off x="1646932" y="5076032"/>
              <a:ext cx="1498600" cy="660400"/>
            </a:xfrm>
            <a:custGeom>
              <a:avLst/>
              <a:gdLst>
                <a:gd name="connsiteX0" fmla="*/ 114300 w 1498600"/>
                <a:gd name="connsiteY0" fmla="*/ 444500 h 660400"/>
                <a:gd name="connsiteX1" fmla="*/ 114300 w 1498600"/>
                <a:gd name="connsiteY1" fmla="*/ 444500 h 660400"/>
                <a:gd name="connsiteX2" fmla="*/ 25400 w 1498600"/>
                <a:gd name="connsiteY2" fmla="*/ 317500 h 660400"/>
                <a:gd name="connsiteX3" fmla="*/ 0 w 1498600"/>
                <a:gd name="connsiteY3" fmla="*/ 241300 h 660400"/>
                <a:gd name="connsiteX4" fmla="*/ 12700 w 1498600"/>
                <a:gd name="connsiteY4" fmla="*/ 88900 h 660400"/>
                <a:gd name="connsiteX5" fmla="*/ 25400 w 1498600"/>
                <a:gd name="connsiteY5" fmla="*/ 50800 h 660400"/>
                <a:gd name="connsiteX6" fmla="*/ 76200 w 1498600"/>
                <a:gd name="connsiteY6" fmla="*/ 12700 h 660400"/>
                <a:gd name="connsiteX7" fmla="*/ 114300 w 1498600"/>
                <a:gd name="connsiteY7" fmla="*/ 0 h 660400"/>
                <a:gd name="connsiteX8" fmla="*/ 203200 w 1498600"/>
                <a:gd name="connsiteY8" fmla="*/ 50800 h 660400"/>
                <a:gd name="connsiteX9" fmla="*/ 241300 w 1498600"/>
                <a:gd name="connsiteY9" fmla="*/ 63500 h 660400"/>
                <a:gd name="connsiteX10" fmla="*/ 317500 w 1498600"/>
                <a:gd name="connsiteY10" fmla="*/ 114300 h 660400"/>
                <a:gd name="connsiteX11" fmla="*/ 393700 w 1498600"/>
                <a:gd name="connsiteY11" fmla="*/ 139700 h 660400"/>
                <a:gd name="connsiteX12" fmla="*/ 444500 w 1498600"/>
                <a:gd name="connsiteY12" fmla="*/ 165100 h 660400"/>
                <a:gd name="connsiteX13" fmla="*/ 584200 w 1498600"/>
                <a:gd name="connsiteY13" fmla="*/ 203200 h 660400"/>
                <a:gd name="connsiteX14" fmla="*/ 787400 w 1498600"/>
                <a:gd name="connsiteY14" fmla="*/ 177800 h 660400"/>
                <a:gd name="connsiteX15" fmla="*/ 863600 w 1498600"/>
                <a:gd name="connsiteY15" fmla="*/ 139700 h 660400"/>
                <a:gd name="connsiteX16" fmla="*/ 952500 w 1498600"/>
                <a:gd name="connsiteY16" fmla="*/ 114300 h 660400"/>
                <a:gd name="connsiteX17" fmla="*/ 1003300 w 1498600"/>
                <a:gd name="connsiteY17" fmla="*/ 76200 h 660400"/>
                <a:gd name="connsiteX18" fmla="*/ 1041400 w 1498600"/>
                <a:gd name="connsiteY18" fmla="*/ 63500 h 660400"/>
                <a:gd name="connsiteX19" fmla="*/ 1079500 w 1498600"/>
                <a:gd name="connsiteY19" fmla="*/ 38100 h 660400"/>
                <a:gd name="connsiteX20" fmla="*/ 1155700 w 1498600"/>
                <a:gd name="connsiteY20" fmla="*/ 0 h 660400"/>
                <a:gd name="connsiteX21" fmla="*/ 1371600 w 1498600"/>
                <a:gd name="connsiteY21" fmla="*/ 12700 h 660400"/>
                <a:gd name="connsiteX22" fmla="*/ 1409700 w 1498600"/>
                <a:gd name="connsiteY22" fmla="*/ 50800 h 660400"/>
                <a:gd name="connsiteX23" fmla="*/ 1447800 w 1498600"/>
                <a:gd name="connsiteY23" fmla="*/ 76200 h 660400"/>
                <a:gd name="connsiteX24" fmla="*/ 1473200 w 1498600"/>
                <a:gd name="connsiteY24" fmla="*/ 114300 h 660400"/>
                <a:gd name="connsiteX25" fmla="*/ 1498600 w 1498600"/>
                <a:gd name="connsiteY25" fmla="*/ 190500 h 660400"/>
                <a:gd name="connsiteX26" fmla="*/ 1485900 w 1498600"/>
                <a:gd name="connsiteY26" fmla="*/ 304800 h 660400"/>
                <a:gd name="connsiteX27" fmla="*/ 1460500 w 1498600"/>
                <a:gd name="connsiteY27" fmla="*/ 342900 h 660400"/>
                <a:gd name="connsiteX28" fmla="*/ 1447800 w 1498600"/>
                <a:gd name="connsiteY28" fmla="*/ 381000 h 660400"/>
                <a:gd name="connsiteX29" fmla="*/ 1371600 w 1498600"/>
                <a:gd name="connsiteY29" fmla="*/ 457200 h 660400"/>
                <a:gd name="connsiteX30" fmla="*/ 1333500 w 1498600"/>
                <a:gd name="connsiteY30" fmla="*/ 495300 h 660400"/>
                <a:gd name="connsiteX31" fmla="*/ 1295400 w 1498600"/>
                <a:gd name="connsiteY31" fmla="*/ 508000 h 660400"/>
                <a:gd name="connsiteX32" fmla="*/ 1219200 w 1498600"/>
                <a:gd name="connsiteY32" fmla="*/ 558800 h 660400"/>
                <a:gd name="connsiteX33" fmla="*/ 1181100 w 1498600"/>
                <a:gd name="connsiteY33" fmla="*/ 571500 h 660400"/>
                <a:gd name="connsiteX34" fmla="*/ 1143000 w 1498600"/>
                <a:gd name="connsiteY34" fmla="*/ 596900 h 660400"/>
                <a:gd name="connsiteX35" fmla="*/ 1054100 w 1498600"/>
                <a:gd name="connsiteY35" fmla="*/ 622300 h 660400"/>
                <a:gd name="connsiteX36" fmla="*/ 977900 w 1498600"/>
                <a:gd name="connsiteY36" fmla="*/ 647700 h 660400"/>
                <a:gd name="connsiteX37" fmla="*/ 939800 w 1498600"/>
                <a:gd name="connsiteY37" fmla="*/ 660400 h 660400"/>
                <a:gd name="connsiteX38" fmla="*/ 457200 w 1498600"/>
                <a:gd name="connsiteY38" fmla="*/ 647700 h 660400"/>
                <a:gd name="connsiteX39" fmla="*/ 342900 w 1498600"/>
                <a:gd name="connsiteY39" fmla="*/ 609600 h 660400"/>
                <a:gd name="connsiteX40" fmla="*/ 266700 w 1498600"/>
                <a:gd name="connsiteY40" fmla="*/ 584200 h 660400"/>
                <a:gd name="connsiteX41" fmla="*/ 228600 w 1498600"/>
                <a:gd name="connsiteY41" fmla="*/ 571500 h 660400"/>
                <a:gd name="connsiteX42" fmla="*/ 165100 w 1498600"/>
                <a:gd name="connsiteY42" fmla="*/ 520700 h 660400"/>
                <a:gd name="connsiteX43" fmla="*/ 114300 w 1498600"/>
                <a:gd name="connsiteY43" fmla="*/ 4445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8600" h="660400">
                  <a:moveTo>
                    <a:pt x="114300" y="444500"/>
                  </a:moveTo>
                  <a:lnTo>
                    <a:pt x="114300" y="444500"/>
                  </a:lnTo>
                  <a:cubicBezTo>
                    <a:pt x="84667" y="402167"/>
                    <a:pt x="41741" y="366523"/>
                    <a:pt x="25400" y="317500"/>
                  </a:cubicBezTo>
                  <a:lnTo>
                    <a:pt x="0" y="241300"/>
                  </a:lnTo>
                  <a:cubicBezTo>
                    <a:pt x="4233" y="190500"/>
                    <a:pt x="5963" y="139429"/>
                    <a:pt x="12700" y="88900"/>
                  </a:cubicBezTo>
                  <a:cubicBezTo>
                    <a:pt x="14469" y="75630"/>
                    <a:pt x="16830" y="61084"/>
                    <a:pt x="25400" y="50800"/>
                  </a:cubicBezTo>
                  <a:cubicBezTo>
                    <a:pt x="38951" y="34539"/>
                    <a:pt x="57822" y="23202"/>
                    <a:pt x="76200" y="12700"/>
                  </a:cubicBezTo>
                  <a:cubicBezTo>
                    <a:pt x="87823" y="6058"/>
                    <a:pt x="101600" y="4233"/>
                    <a:pt x="114300" y="0"/>
                  </a:cubicBezTo>
                  <a:cubicBezTo>
                    <a:pt x="221741" y="26860"/>
                    <a:pt x="112404" y="-9731"/>
                    <a:pt x="203200" y="50800"/>
                  </a:cubicBezTo>
                  <a:cubicBezTo>
                    <a:pt x="214339" y="58226"/>
                    <a:pt x="229598" y="56999"/>
                    <a:pt x="241300" y="63500"/>
                  </a:cubicBezTo>
                  <a:cubicBezTo>
                    <a:pt x="267985" y="78325"/>
                    <a:pt x="288540" y="104647"/>
                    <a:pt x="317500" y="114300"/>
                  </a:cubicBezTo>
                  <a:cubicBezTo>
                    <a:pt x="342900" y="122767"/>
                    <a:pt x="369753" y="127726"/>
                    <a:pt x="393700" y="139700"/>
                  </a:cubicBezTo>
                  <a:cubicBezTo>
                    <a:pt x="410633" y="148167"/>
                    <a:pt x="426922" y="158069"/>
                    <a:pt x="444500" y="165100"/>
                  </a:cubicBezTo>
                  <a:cubicBezTo>
                    <a:pt x="508952" y="190881"/>
                    <a:pt x="520427" y="190445"/>
                    <a:pt x="584200" y="203200"/>
                  </a:cubicBezTo>
                  <a:cubicBezTo>
                    <a:pt x="670952" y="195313"/>
                    <a:pt x="712417" y="196546"/>
                    <a:pt x="787400" y="177800"/>
                  </a:cubicBezTo>
                  <a:cubicBezTo>
                    <a:pt x="851244" y="161839"/>
                    <a:pt x="801519" y="170740"/>
                    <a:pt x="863600" y="139700"/>
                  </a:cubicBezTo>
                  <a:cubicBezTo>
                    <a:pt x="881820" y="130590"/>
                    <a:pt x="936224" y="118369"/>
                    <a:pt x="952500" y="114300"/>
                  </a:cubicBezTo>
                  <a:cubicBezTo>
                    <a:pt x="969433" y="101600"/>
                    <a:pt x="984922" y="86702"/>
                    <a:pt x="1003300" y="76200"/>
                  </a:cubicBezTo>
                  <a:cubicBezTo>
                    <a:pt x="1014923" y="69558"/>
                    <a:pt x="1029426" y="69487"/>
                    <a:pt x="1041400" y="63500"/>
                  </a:cubicBezTo>
                  <a:cubicBezTo>
                    <a:pt x="1055052" y="56674"/>
                    <a:pt x="1065848" y="44926"/>
                    <a:pt x="1079500" y="38100"/>
                  </a:cubicBezTo>
                  <a:cubicBezTo>
                    <a:pt x="1184660" y="-14480"/>
                    <a:pt x="1046511" y="72793"/>
                    <a:pt x="1155700" y="0"/>
                  </a:cubicBezTo>
                  <a:cubicBezTo>
                    <a:pt x="1227667" y="4233"/>
                    <a:pt x="1300909" y="-1438"/>
                    <a:pt x="1371600" y="12700"/>
                  </a:cubicBezTo>
                  <a:cubicBezTo>
                    <a:pt x="1389212" y="16222"/>
                    <a:pt x="1395902" y="39302"/>
                    <a:pt x="1409700" y="50800"/>
                  </a:cubicBezTo>
                  <a:cubicBezTo>
                    <a:pt x="1421426" y="60571"/>
                    <a:pt x="1435100" y="67733"/>
                    <a:pt x="1447800" y="76200"/>
                  </a:cubicBezTo>
                  <a:cubicBezTo>
                    <a:pt x="1456267" y="88900"/>
                    <a:pt x="1467001" y="100352"/>
                    <a:pt x="1473200" y="114300"/>
                  </a:cubicBezTo>
                  <a:cubicBezTo>
                    <a:pt x="1484074" y="138766"/>
                    <a:pt x="1498600" y="190500"/>
                    <a:pt x="1498600" y="190500"/>
                  </a:cubicBezTo>
                  <a:cubicBezTo>
                    <a:pt x="1494367" y="228600"/>
                    <a:pt x="1495197" y="267610"/>
                    <a:pt x="1485900" y="304800"/>
                  </a:cubicBezTo>
                  <a:cubicBezTo>
                    <a:pt x="1482198" y="319608"/>
                    <a:pt x="1467326" y="329248"/>
                    <a:pt x="1460500" y="342900"/>
                  </a:cubicBezTo>
                  <a:cubicBezTo>
                    <a:pt x="1454513" y="354874"/>
                    <a:pt x="1456019" y="370433"/>
                    <a:pt x="1447800" y="381000"/>
                  </a:cubicBezTo>
                  <a:cubicBezTo>
                    <a:pt x="1425747" y="409354"/>
                    <a:pt x="1397000" y="431800"/>
                    <a:pt x="1371600" y="457200"/>
                  </a:cubicBezTo>
                  <a:cubicBezTo>
                    <a:pt x="1358900" y="469900"/>
                    <a:pt x="1350539" y="489620"/>
                    <a:pt x="1333500" y="495300"/>
                  </a:cubicBezTo>
                  <a:cubicBezTo>
                    <a:pt x="1320800" y="499533"/>
                    <a:pt x="1307102" y="501499"/>
                    <a:pt x="1295400" y="508000"/>
                  </a:cubicBezTo>
                  <a:cubicBezTo>
                    <a:pt x="1268715" y="522825"/>
                    <a:pt x="1248160" y="549147"/>
                    <a:pt x="1219200" y="558800"/>
                  </a:cubicBezTo>
                  <a:cubicBezTo>
                    <a:pt x="1206500" y="563033"/>
                    <a:pt x="1193074" y="565513"/>
                    <a:pt x="1181100" y="571500"/>
                  </a:cubicBezTo>
                  <a:cubicBezTo>
                    <a:pt x="1167448" y="578326"/>
                    <a:pt x="1156652" y="590074"/>
                    <a:pt x="1143000" y="596900"/>
                  </a:cubicBezTo>
                  <a:cubicBezTo>
                    <a:pt x="1121660" y="607570"/>
                    <a:pt x="1074445" y="616196"/>
                    <a:pt x="1054100" y="622300"/>
                  </a:cubicBezTo>
                  <a:cubicBezTo>
                    <a:pt x="1028455" y="629993"/>
                    <a:pt x="1003300" y="639233"/>
                    <a:pt x="977900" y="647700"/>
                  </a:cubicBezTo>
                  <a:lnTo>
                    <a:pt x="939800" y="660400"/>
                  </a:lnTo>
                  <a:lnTo>
                    <a:pt x="457200" y="647700"/>
                  </a:lnTo>
                  <a:cubicBezTo>
                    <a:pt x="337736" y="642270"/>
                    <a:pt x="419146" y="643487"/>
                    <a:pt x="342900" y="609600"/>
                  </a:cubicBezTo>
                  <a:cubicBezTo>
                    <a:pt x="318434" y="598726"/>
                    <a:pt x="292100" y="592667"/>
                    <a:pt x="266700" y="584200"/>
                  </a:cubicBezTo>
                  <a:lnTo>
                    <a:pt x="228600" y="571500"/>
                  </a:lnTo>
                  <a:cubicBezTo>
                    <a:pt x="171794" y="486291"/>
                    <a:pt x="238712" y="569775"/>
                    <a:pt x="165100" y="520700"/>
                  </a:cubicBezTo>
                  <a:cubicBezTo>
                    <a:pt x="150156" y="510737"/>
                    <a:pt x="122767" y="457200"/>
                    <a:pt x="114300" y="444500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2" name="직선 화살표 연결선 11"/>
          <p:cNvCxnSpPr/>
          <p:nvPr/>
        </p:nvCxnSpPr>
        <p:spPr>
          <a:xfrm>
            <a:off x="4025531" y="3154108"/>
            <a:ext cx="4536504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cxnSpLocks/>
          </p:cNvCxnSpPr>
          <p:nvPr/>
        </p:nvCxnSpPr>
        <p:spPr>
          <a:xfrm>
            <a:off x="4122807" y="2969441"/>
            <a:ext cx="0" cy="387856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904312" y="6100554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2800" dirty="0"/>
              <a:t>u</a:t>
            </a:r>
            <a:endParaRPr lang="ko-KR" altLang="en-US" sz="2800" dirty="0"/>
          </a:p>
        </p:txBody>
      </p:sp>
      <p:sp>
        <p:nvSpPr>
          <p:cNvPr id="16" name="TextBox 15"/>
          <p:cNvSpPr txBox="1"/>
          <p:nvPr/>
        </p:nvSpPr>
        <p:spPr>
          <a:xfrm>
            <a:off x="3959064" y="2287826"/>
            <a:ext cx="360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2800" dirty="0"/>
              <a:t>v</a:t>
            </a:r>
            <a:endParaRPr lang="ko-KR" altLang="en-US" sz="2800" dirty="0"/>
          </a:p>
        </p:txBody>
      </p:sp>
      <p:sp>
        <p:nvSpPr>
          <p:cNvPr id="2" name="직사각형 1"/>
          <p:cNvSpPr/>
          <p:nvPr/>
        </p:nvSpPr>
        <p:spPr>
          <a:xfrm>
            <a:off x="3544862" y="2815546"/>
            <a:ext cx="562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0.0f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3606484" y="6365689"/>
            <a:ext cx="562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1.0f</a:t>
            </a:r>
            <a:endParaRPr lang="ko-KR" altLang="en-US" dirty="0"/>
          </a:p>
        </p:txBody>
      </p:sp>
      <p:sp>
        <p:nvSpPr>
          <p:cNvPr id="18" name="직사각형 17"/>
          <p:cNvSpPr/>
          <p:nvPr/>
        </p:nvSpPr>
        <p:spPr>
          <a:xfrm>
            <a:off x="8108014" y="2752668"/>
            <a:ext cx="5629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1.0f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2657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10" name="내용 개체 틀 9"/>
          <p:cNvSpPr>
            <a:spLocks noGrp="1"/>
          </p:cNvSpPr>
          <p:nvPr>
            <p:ph idx="1"/>
          </p:nvPr>
        </p:nvSpPr>
        <p:spPr>
          <a:xfrm>
            <a:off x="685800" y="1877582"/>
            <a:ext cx="10131425" cy="3649133"/>
          </a:xfrm>
        </p:spPr>
        <p:txBody>
          <a:bodyPr/>
          <a:lstStyle/>
          <a:p>
            <a:r>
              <a:rPr lang="en-US" altLang="ko-KR" dirty="0"/>
              <a:t>u, v </a:t>
            </a:r>
            <a:r>
              <a:rPr lang="ko-KR" altLang="en-US" dirty="0"/>
              <a:t>혹은 </a:t>
            </a:r>
            <a:r>
              <a:rPr lang="en-US" altLang="ko-KR" dirty="0"/>
              <a:t>s, t </a:t>
            </a:r>
            <a:r>
              <a:rPr lang="ko-KR" altLang="en-US" dirty="0"/>
              <a:t>의 범위는 </a:t>
            </a:r>
            <a:r>
              <a:rPr lang="en-US" altLang="ko-KR" dirty="0"/>
              <a:t>0.0f ~ 1.0f </a:t>
            </a:r>
            <a:r>
              <a:rPr lang="ko-KR" altLang="en-US" dirty="0"/>
              <a:t>임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4122807" y="3154108"/>
            <a:ext cx="4248472" cy="3208057"/>
            <a:chOff x="1187624" y="4080248"/>
            <a:chExt cx="2448272" cy="1944216"/>
          </a:xfrm>
        </p:grpSpPr>
        <p:sp>
          <p:nvSpPr>
            <p:cNvPr id="4" name="직사각형 3"/>
            <p:cNvSpPr/>
            <p:nvPr/>
          </p:nvSpPr>
          <p:spPr>
            <a:xfrm>
              <a:off x="1187624" y="4080248"/>
              <a:ext cx="2448272" cy="19442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타원 4"/>
            <p:cNvSpPr/>
            <p:nvPr/>
          </p:nvSpPr>
          <p:spPr>
            <a:xfrm>
              <a:off x="1717564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/>
            <p:cNvSpPr/>
            <p:nvPr/>
          </p:nvSpPr>
          <p:spPr>
            <a:xfrm>
              <a:off x="2771800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자유형 6"/>
            <p:cNvSpPr/>
            <p:nvPr/>
          </p:nvSpPr>
          <p:spPr>
            <a:xfrm>
              <a:off x="1646932" y="5076032"/>
              <a:ext cx="1498600" cy="660400"/>
            </a:xfrm>
            <a:custGeom>
              <a:avLst/>
              <a:gdLst>
                <a:gd name="connsiteX0" fmla="*/ 114300 w 1498600"/>
                <a:gd name="connsiteY0" fmla="*/ 444500 h 660400"/>
                <a:gd name="connsiteX1" fmla="*/ 114300 w 1498600"/>
                <a:gd name="connsiteY1" fmla="*/ 444500 h 660400"/>
                <a:gd name="connsiteX2" fmla="*/ 25400 w 1498600"/>
                <a:gd name="connsiteY2" fmla="*/ 317500 h 660400"/>
                <a:gd name="connsiteX3" fmla="*/ 0 w 1498600"/>
                <a:gd name="connsiteY3" fmla="*/ 241300 h 660400"/>
                <a:gd name="connsiteX4" fmla="*/ 12700 w 1498600"/>
                <a:gd name="connsiteY4" fmla="*/ 88900 h 660400"/>
                <a:gd name="connsiteX5" fmla="*/ 25400 w 1498600"/>
                <a:gd name="connsiteY5" fmla="*/ 50800 h 660400"/>
                <a:gd name="connsiteX6" fmla="*/ 76200 w 1498600"/>
                <a:gd name="connsiteY6" fmla="*/ 12700 h 660400"/>
                <a:gd name="connsiteX7" fmla="*/ 114300 w 1498600"/>
                <a:gd name="connsiteY7" fmla="*/ 0 h 660400"/>
                <a:gd name="connsiteX8" fmla="*/ 203200 w 1498600"/>
                <a:gd name="connsiteY8" fmla="*/ 50800 h 660400"/>
                <a:gd name="connsiteX9" fmla="*/ 241300 w 1498600"/>
                <a:gd name="connsiteY9" fmla="*/ 63500 h 660400"/>
                <a:gd name="connsiteX10" fmla="*/ 317500 w 1498600"/>
                <a:gd name="connsiteY10" fmla="*/ 114300 h 660400"/>
                <a:gd name="connsiteX11" fmla="*/ 393700 w 1498600"/>
                <a:gd name="connsiteY11" fmla="*/ 139700 h 660400"/>
                <a:gd name="connsiteX12" fmla="*/ 444500 w 1498600"/>
                <a:gd name="connsiteY12" fmla="*/ 165100 h 660400"/>
                <a:gd name="connsiteX13" fmla="*/ 584200 w 1498600"/>
                <a:gd name="connsiteY13" fmla="*/ 203200 h 660400"/>
                <a:gd name="connsiteX14" fmla="*/ 787400 w 1498600"/>
                <a:gd name="connsiteY14" fmla="*/ 177800 h 660400"/>
                <a:gd name="connsiteX15" fmla="*/ 863600 w 1498600"/>
                <a:gd name="connsiteY15" fmla="*/ 139700 h 660400"/>
                <a:gd name="connsiteX16" fmla="*/ 952500 w 1498600"/>
                <a:gd name="connsiteY16" fmla="*/ 114300 h 660400"/>
                <a:gd name="connsiteX17" fmla="*/ 1003300 w 1498600"/>
                <a:gd name="connsiteY17" fmla="*/ 76200 h 660400"/>
                <a:gd name="connsiteX18" fmla="*/ 1041400 w 1498600"/>
                <a:gd name="connsiteY18" fmla="*/ 63500 h 660400"/>
                <a:gd name="connsiteX19" fmla="*/ 1079500 w 1498600"/>
                <a:gd name="connsiteY19" fmla="*/ 38100 h 660400"/>
                <a:gd name="connsiteX20" fmla="*/ 1155700 w 1498600"/>
                <a:gd name="connsiteY20" fmla="*/ 0 h 660400"/>
                <a:gd name="connsiteX21" fmla="*/ 1371600 w 1498600"/>
                <a:gd name="connsiteY21" fmla="*/ 12700 h 660400"/>
                <a:gd name="connsiteX22" fmla="*/ 1409700 w 1498600"/>
                <a:gd name="connsiteY22" fmla="*/ 50800 h 660400"/>
                <a:gd name="connsiteX23" fmla="*/ 1447800 w 1498600"/>
                <a:gd name="connsiteY23" fmla="*/ 76200 h 660400"/>
                <a:gd name="connsiteX24" fmla="*/ 1473200 w 1498600"/>
                <a:gd name="connsiteY24" fmla="*/ 114300 h 660400"/>
                <a:gd name="connsiteX25" fmla="*/ 1498600 w 1498600"/>
                <a:gd name="connsiteY25" fmla="*/ 190500 h 660400"/>
                <a:gd name="connsiteX26" fmla="*/ 1485900 w 1498600"/>
                <a:gd name="connsiteY26" fmla="*/ 304800 h 660400"/>
                <a:gd name="connsiteX27" fmla="*/ 1460500 w 1498600"/>
                <a:gd name="connsiteY27" fmla="*/ 342900 h 660400"/>
                <a:gd name="connsiteX28" fmla="*/ 1447800 w 1498600"/>
                <a:gd name="connsiteY28" fmla="*/ 381000 h 660400"/>
                <a:gd name="connsiteX29" fmla="*/ 1371600 w 1498600"/>
                <a:gd name="connsiteY29" fmla="*/ 457200 h 660400"/>
                <a:gd name="connsiteX30" fmla="*/ 1333500 w 1498600"/>
                <a:gd name="connsiteY30" fmla="*/ 495300 h 660400"/>
                <a:gd name="connsiteX31" fmla="*/ 1295400 w 1498600"/>
                <a:gd name="connsiteY31" fmla="*/ 508000 h 660400"/>
                <a:gd name="connsiteX32" fmla="*/ 1219200 w 1498600"/>
                <a:gd name="connsiteY32" fmla="*/ 558800 h 660400"/>
                <a:gd name="connsiteX33" fmla="*/ 1181100 w 1498600"/>
                <a:gd name="connsiteY33" fmla="*/ 571500 h 660400"/>
                <a:gd name="connsiteX34" fmla="*/ 1143000 w 1498600"/>
                <a:gd name="connsiteY34" fmla="*/ 596900 h 660400"/>
                <a:gd name="connsiteX35" fmla="*/ 1054100 w 1498600"/>
                <a:gd name="connsiteY35" fmla="*/ 622300 h 660400"/>
                <a:gd name="connsiteX36" fmla="*/ 977900 w 1498600"/>
                <a:gd name="connsiteY36" fmla="*/ 647700 h 660400"/>
                <a:gd name="connsiteX37" fmla="*/ 939800 w 1498600"/>
                <a:gd name="connsiteY37" fmla="*/ 660400 h 660400"/>
                <a:gd name="connsiteX38" fmla="*/ 457200 w 1498600"/>
                <a:gd name="connsiteY38" fmla="*/ 647700 h 660400"/>
                <a:gd name="connsiteX39" fmla="*/ 342900 w 1498600"/>
                <a:gd name="connsiteY39" fmla="*/ 609600 h 660400"/>
                <a:gd name="connsiteX40" fmla="*/ 266700 w 1498600"/>
                <a:gd name="connsiteY40" fmla="*/ 584200 h 660400"/>
                <a:gd name="connsiteX41" fmla="*/ 228600 w 1498600"/>
                <a:gd name="connsiteY41" fmla="*/ 571500 h 660400"/>
                <a:gd name="connsiteX42" fmla="*/ 165100 w 1498600"/>
                <a:gd name="connsiteY42" fmla="*/ 520700 h 660400"/>
                <a:gd name="connsiteX43" fmla="*/ 114300 w 1498600"/>
                <a:gd name="connsiteY43" fmla="*/ 4445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8600" h="660400">
                  <a:moveTo>
                    <a:pt x="114300" y="444500"/>
                  </a:moveTo>
                  <a:lnTo>
                    <a:pt x="114300" y="444500"/>
                  </a:lnTo>
                  <a:cubicBezTo>
                    <a:pt x="84667" y="402167"/>
                    <a:pt x="41741" y="366523"/>
                    <a:pt x="25400" y="317500"/>
                  </a:cubicBezTo>
                  <a:lnTo>
                    <a:pt x="0" y="241300"/>
                  </a:lnTo>
                  <a:cubicBezTo>
                    <a:pt x="4233" y="190500"/>
                    <a:pt x="5963" y="139429"/>
                    <a:pt x="12700" y="88900"/>
                  </a:cubicBezTo>
                  <a:cubicBezTo>
                    <a:pt x="14469" y="75630"/>
                    <a:pt x="16830" y="61084"/>
                    <a:pt x="25400" y="50800"/>
                  </a:cubicBezTo>
                  <a:cubicBezTo>
                    <a:pt x="38951" y="34539"/>
                    <a:pt x="57822" y="23202"/>
                    <a:pt x="76200" y="12700"/>
                  </a:cubicBezTo>
                  <a:cubicBezTo>
                    <a:pt x="87823" y="6058"/>
                    <a:pt x="101600" y="4233"/>
                    <a:pt x="114300" y="0"/>
                  </a:cubicBezTo>
                  <a:cubicBezTo>
                    <a:pt x="221741" y="26860"/>
                    <a:pt x="112404" y="-9731"/>
                    <a:pt x="203200" y="50800"/>
                  </a:cubicBezTo>
                  <a:cubicBezTo>
                    <a:pt x="214339" y="58226"/>
                    <a:pt x="229598" y="56999"/>
                    <a:pt x="241300" y="63500"/>
                  </a:cubicBezTo>
                  <a:cubicBezTo>
                    <a:pt x="267985" y="78325"/>
                    <a:pt x="288540" y="104647"/>
                    <a:pt x="317500" y="114300"/>
                  </a:cubicBezTo>
                  <a:cubicBezTo>
                    <a:pt x="342900" y="122767"/>
                    <a:pt x="369753" y="127726"/>
                    <a:pt x="393700" y="139700"/>
                  </a:cubicBezTo>
                  <a:cubicBezTo>
                    <a:pt x="410633" y="148167"/>
                    <a:pt x="426922" y="158069"/>
                    <a:pt x="444500" y="165100"/>
                  </a:cubicBezTo>
                  <a:cubicBezTo>
                    <a:pt x="508952" y="190881"/>
                    <a:pt x="520427" y="190445"/>
                    <a:pt x="584200" y="203200"/>
                  </a:cubicBezTo>
                  <a:cubicBezTo>
                    <a:pt x="670952" y="195313"/>
                    <a:pt x="712417" y="196546"/>
                    <a:pt x="787400" y="177800"/>
                  </a:cubicBezTo>
                  <a:cubicBezTo>
                    <a:pt x="851244" y="161839"/>
                    <a:pt x="801519" y="170740"/>
                    <a:pt x="863600" y="139700"/>
                  </a:cubicBezTo>
                  <a:cubicBezTo>
                    <a:pt x="881820" y="130590"/>
                    <a:pt x="936224" y="118369"/>
                    <a:pt x="952500" y="114300"/>
                  </a:cubicBezTo>
                  <a:cubicBezTo>
                    <a:pt x="969433" y="101600"/>
                    <a:pt x="984922" y="86702"/>
                    <a:pt x="1003300" y="76200"/>
                  </a:cubicBezTo>
                  <a:cubicBezTo>
                    <a:pt x="1014923" y="69558"/>
                    <a:pt x="1029426" y="69487"/>
                    <a:pt x="1041400" y="63500"/>
                  </a:cubicBezTo>
                  <a:cubicBezTo>
                    <a:pt x="1055052" y="56674"/>
                    <a:pt x="1065848" y="44926"/>
                    <a:pt x="1079500" y="38100"/>
                  </a:cubicBezTo>
                  <a:cubicBezTo>
                    <a:pt x="1184660" y="-14480"/>
                    <a:pt x="1046511" y="72793"/>
                    <a:pt x="1155700" y="0"/>
                  </a:cubicBezTo>
                  <a:cubicBezTo>
                    <a:pt x="1227667" y="4233"/>
                    <a:pt x="1300909" y="-1438"/>
                    <a:pt x="1371600" y="12700"/>
                  </a:cubicBezTo>
                  <a:cubicBezTo>
                    <a:pt x="1389212" y="16222"/>
                    <a:pt x="1395902" y="39302"/>
                    <a:pt x="1409700" y="50800"/>
                  </a:cubicBezTo>
                  <a:cubicBezTo>
                    <a:pt x="1421426" y="60571"/>
                    <a:pt x="1435100" y="67733"/>
                    <a:pt x="1447800" y="76200"/>
                  </a:cubicBezTo>
                  <a:cubicBezTo>
                    <a:pt x="1456267" y="88900"/>
                    <a:pt x="1467001" y="100352"/>
                    <a:pt x="1473200" y="114300"/>
                  </a:cubicBezTo>
                  <a:cubicBezTo>
                    <a:pt x="1484074" y="138766"/>
                    <a:pt x="1498600" y="190500"/>
                    <a:pt x="1498600" y="190500"/>
                  </a:cubicBezTo>
                  <a:cubicBezTo>
                    <a:pt x="1494367" y="228600"/>
                    <a:pt x="1495197" y="267610"/>
                    <a:pt x="1485900" y="304800"/>
                  </a:cubicBezTo>
                  <a:cubicBezTo>
                    <a:pt x="1482198" y="319608"/>
                    <a:pt x="1467326" y="329248"/>
                    <a:pt x="1460500" y="342900"/>
                  </a:cubicBezTo>
                  <a:cubicBezTo>
                    <a:pt x="1454513" y="354874"/>
                    <a:pt x="1456019" y="370433"/>
                    <a:pt x="1447800" y="381000"/>
                  </a:cubicBezTo>
                  <a:cubicBezTo>
                    <a:pt x="1425747" y="409354"/>
                    <a:pt x="1397000" y="431800"/>
                    <a:pt x="1371600" y="457200"/>
                  </a:cubicBezTo>
                  <a:cubicBezTo>
                    <a:pt x="1358900" y="469900"/>
                    <a:pt x="1350539" y="489620"/>
                    <a:pt x="1333500" y="495300"/>
                  </a:cubicBezTo>
                  <a:cubicBezTo>
                    <a:pt x="1320800" y="499533"/>
                    <a:pt x="1307102" y="501499"/>
                    <a:pt x="1295400" y="508000"/>
                  </a:cubicBezTo>
                  <a:cubicBezTo>
                    <a:pt x="1268715" y="522825"/>
                    <a:pt x="1248160" y="549147"/>
                    <a:pt x="1219200" y="558800"/>
                  </a:cubicBezTo>
                  <a:cubicBezTo>
                    <a:pt x="1206500" y="563033"/>
                    <a:pt x="1193074" y="565513"/>
                    <a:pt x="1181100" y="571500"/>
                  </a:cubicBezTo>
                  <a:cubicBezTo>
                    <a:pt x="1167448" y="578326"/>
                    <a:pt x="1156652" y="590074"/>
                    <a:pt x="1143000" y="596900"/>
                  </a:cubicBezTo>
                  <a:cubicBezTo>
                    <a:pt x="1121660" y="607570"/>
                    <a:pt x="1074445" y="616196"/>
                    <a:pt x="1054100" y="622300"/>
                  </a:cubicBezTo>
                  <a:cubicBezTo>
                    <a:pt x="1028455" y="629993"/>
                    <a:pt x="1003300" y="639233"/>
                    <a:pt x="977900" y="647700"/>
                  </a:cubicBezTo>
                  <a:lnTo>
                    <a:pt x="939800" y="660400"/>
                  </a:lnTo>
                  <a:lnTo>
                    <a:pt x="457200" y="647700"/>
                  </a:lnTo>
                  <a:cubicBezTo>
                    <a:pt x="337736" y="642270"/>
                    <a:pt x="419146" y="643487"/>
                    <a:pt x="342900" y="609600"/>
                  </a:cubicBezTo>
                  <a:cubicBezTo>
                    <a:pt x="318434" y="598726"/>
                    <a:pt x="292100" y="592667"/>
                    <a:pt x="266700" y="584200"/>
                  </a:cubicBezTo>
                  <a:lnTo>
                    <a:pt x="228600" y="571500"/>
                  </a:lnTo>
                  <a:cubicBezTo>
                    <a:pt x="171794" y="486291"/>
                    <a:pt x="238712" y="569775"/>
                    <a:pt x="165100" y="520700"/>
                  </a:cubicBezTo>
                  <a:cubicBezTo>
                    <a:pt x="150156" y="510737"/>
                    <a:pt x="122767" y="457200"/>
                    <a:pt x="114300" y="444500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직사각형 1"/>
          <p:cNvSpPr/>
          <p:nvPr/>
        </p:nvSpPr>
        <p:spPr>
          <a:xfrm>
            <a:off x="2103197" y="5342049"/>
            <a:ext cx="1216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(0.0f, 1.0f)</a:t>
            </a:r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4122808" y="6176962"/>
            <a:ext cx="196297" cy="18466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" name="직선 화살표 연결선 18"/>
          <p:cNvCxnSpPr>
            <a:stCxn id="2" idx="2"/>
          </p:cNvCxnSpPr>
          <p:nvPr/>
        </p:nvCxnSpPr>
        <p:spPr>
          <a:xfrm>
            <a:off x="2711634" y="5711381"/>
            <a:ext cx="1427451" cy="5579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직사각형 19"/>
          <p:cNvSpPr/>
          <p:nvPr/>
        </p:nvSpPr>
        <p:spPr>
          <a:xfrm>
            <a:off x="8174983" y="3154107"/>
            <a:ext cx="196297" cy="18466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/>
          <p:cNvSpPr/>
          <p:nvPr/>
        </p:nvSpPr>
        <p:spPr>
          <a:xfrm>
            <a:off x="8414747" y="2262121"/>
            <a:ext cx="1216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(1.0f, 0.0f)</a:t>
            </a:r>
            <a:endParaRPr lang="ko-KR" altLang="en-US" dirty="0"/>
          </a:p>
        </p:txBody>
      </p:sp>
      <p:cxnSp>
        <p:nvCxnSpPr>
          <p:cNvPr id="23" name="직선 화살표 연결선 22"/>
          <p:cNvCxnSpPr>
            <a:stCxn id="21" idx="2"/>
            <a:endCxn id="20" idx="3"/>
          </p:cNvCxnSpPr>
          <p:nvPr/>
        </p:nvCxnSpPr>
        <p:spPr>
          <a:xfrm flipH="1">
            <a:off x="8371279" y="2631454"/>
            <a:ext cx="651904" cy="61498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직사각형 23"/>
          <p:cNvSpPr/>
          <p:nvPr/>
        </p:nvSpPr>
        <p:spPr>
          <a:xfrm>
            <a:off x="2102769" y="2315575"/>
            <a:ext cx="1216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(0.0f, 0.0f)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4122380" y="3150488"/>
            <a:ext cx="196297" cy="18466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6" name="직선 화살표 연결선 25"/>
          <p:cNvCxnSpPr>
            <a:stCxn id="24" idx="2"/>
          </p:cNvCxnSpPr>
          <p:nvPr/>
        </p:nvCxnSpPr>
        <p:spPr>
          <a:xfrm>
            <a:off x="2711206" y="2684907"/>
            <a:ext cx="1427451" cy="55791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직사각형 26"/>
          <p:cNvSpPr/>
          <p:nvPr/>
        </p:nvSpPr>
        <p:spPr>
          <a:xfrm>
            <a:off x="8697231" y="5489798"/>
            <a:ext cx="1216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(1.0f, 1.0f)</a:t>
            </a:r>
            <a:endParaRPr lang="ko-KR" altLang="en-US" dirty="0"/>
          </a:p>
        </p:txBody>
      </p:sp>
      <p:sp>
        <p:nvSpPr>
          <p:cNvPr id="28" name="직사각형 27"/>
          <p:cNvSpPr/>
          <p:nvPr/>
        </p:nvSpPr>
        <p:spPr>
          <a:xfrm>
            <a:off x="8169572" y="6184475"/>
            <a:ext cx="196297" cy="18466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화살표 연결선 28"/>
          <p:cNvCxnSpPr>
            <a:stCxn id="27" idx="2"/>
            <a:endCxn id="28" idx="3"/>
          </p:cNvCxnSpPr>
          <p:nvPr/>
        </p:nvCxnSpPr>
        <p:spPr>
          <a:xfrm flipH="1">
            <a:off x="8365869" y="5859130"/>
            <a:ext cx="939799" cy="41767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>
            <a:off x="6148895" y="4665802"/>
            <a:ext cx="196297" cy="18466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/>
          <p:cNvSpPr/>
          <p:nvPr/>
        </p:nvSpPr>
        <p:spPr>
          <a:xfrm>
            <a:off x="8849631" y="4296470"/>
            <a:ext cx="670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(?, ?)</a:t>
            </a:r>
            <a:endParaRPr lang="ko-KR" altLang="en-US" dirty="0"/>
          </a:p>
        </p:txBody>
      </p:sp>
      <p:cxnSp>
        <p:nvCxnSpPr>
          <p:cNvPr id="34" name="직선 화살표 연결선 33"/>
          <p:cNvCxnSpPr>
            <a:stCxn id="32" idx="1"/>
            <a:endCxn id="31" idx="3"/>
          </p:cNvCxnSpPr>
          <p:nvPr/>
        </p:nvCxnSpPr>
        <p:spPr>
          <a:xfrm flipH="1">
            <a:off x="6345191" y="4481137"/>
            <a:ext cx="2504440" cy="27699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250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998901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 err="1"/>
              <a:t>텍스쳐</a:t>
            </a:r>
            <a:r>
              <a:rPr lang="en-US" altLang="ko-KR" dirty="0"/>
              <a:t> </a:t>
            </a:r>
            <a:r>
              <a:rPr lang="ko-KR" altLang="en-US" dirty="0"/>
              <a:t>좌표는 </a:t>
            </a:r>
            <a:r>
              <a:rPr lang="en-US" altLang="ko-KR" dirty="0"/>
              <a:t>0.0f ~ 1.0f </a:t>
            </a:r>
            <a:r>
              <a:rPr lang="ko-KR" altLang="en-US" dirty="0"/>
              <a:t>사이로 </a:t>
            </a:r>
            <a:r>
              <a:rPr lang="en-US" altLang="ko-KR" dirty="0"/>
              <a:t>normalize </a:t>
            </a:r>
            <a:r>
              <a:rPr lang="ko-KR" altLang="en-US" dirty="0"/>
              <a:t>됨</a:t>
            </a:r>
            <a:endParaRPr lang="en-US" altLang="ko-KR" dirty="0"/>
          </a:p>
          <a:p>
            <a:r>
              <a:rPr lang="ko-KR" altLang="en-US" dirty="0"/>
              <a:t>이미지 해상도와 별개임</a:t>
            </a:r>
          </a:p>
        </p:txBody>
      </p:sp>
      <p:grpSp>
        <p:nvGrpSpPr>
          <p:cNvPr id="4" name="그룹 3"/>
          <p:cNvGrpSpPr/>
          <p:nvPr/>
        </p:nvGrpSpPr>
        <p:grpSpPr>
          <a:xfrm>
            <a:off x="1992573" y="4086279"/>
            <a:ext cx="3373786" cy="831793"/>
            <a:chOff x="1187624" y="4080248"/>
            <a:chExt cx="2448272" cy="1944216"/>
          </a:xfrm>
        </p:grpSpPr>
        <p:sp>
          <p:nvSpPr>
            <p:cNvPr id="5" name="직사각형 4"/>
            <p:cNvSpPr/>
            <p:nvPr/>
          </p:nvSpPr>
          <p:spPr>
            <a:xfrm>
              <a:off x="1187624" y="4080248"/>
              <a:ext cx="2448272" cy="19442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/>
            <p:cNvSpPr/>
            <p:nvPr/>
          </p:nvSpPr>
          <p:spPr>
            <a:xfrm>
              <a:off x="1717564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/>
            <p:cNvSpPr/>
            <p:nvPr/>
          </p:nvSpPr>
          <p:spPr>
            <a:xfrm>
              <a:off x="2771800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자유형 7"/>
            <p:cNvSpPr/>
            <p:nvPr/>
          </p:nvSpPr>
          <p:spPr>
            <a:xfrm>
              <a:off x="1646932" y="5076032"/>
              <a:ext cx="1498600" cy="660400"/>
            </a:xfrm>
            <a:custGeom>
              <a:avLst/>
              <a:gdLst>
                <a:gd name="connsiteX0" fmla="*/ 114300 w 1498600"/>
                <a:gd name="connsiteY0" fmla="*/ 444500 h 660400"/>
                <a:gd name="connsiteX1" fmla="*/ 114300 w 1498600"/>
                <a:gd name="connsiteY1" fmla="*/ 444500 h 660400"/>
                <a:gd name="connsiteX2" fmla="*/ 25400 w 1498600"/>
                <a:gd name="connsiteY2" fmla="*/ 317500 h 660400"/>
                <a:gd name="connsiteX3" fmla="*/ 0 w 1498600"/>
                <a:gd name="connsiteY3" fmla="*/ 241300 h 660400"/>
                <a:gd name="connsiteX4" fmla="*/ 12700 w 1498600"/>
                <a:gd name="connsiteY4" fmla="*/ 88900 h 660400"/>
                <a:gd name="connsiteX5" fmla="*/ 25400 w 1498600"/>
                <a:gd name="connsiteY5" fmla="*/ 50800 h 660400"/>
                <a:gd name="connsiteX6" fmla="*/ 76200 w 1498600"/>
                <a:gd name="connsiteY6" fmla="*/ 12700 h 660400"/>
                <a:gd name="connsiteX7" fmla="*/ 114300 w 1498600"/>
                <a:gd name="connsiteY7" fmla="*/ 0 h 660400"/>
                <a:gd name="connsiteX8" fmla="*/ 203200 w 1498600"/>
                <a:gd name="connsiteY8" fmla="*/ 50800 h 660400"/>
                <a:gd name="connsiteX9" fmla="*/ 241300 w 1498600"/>
                <a:gd name="connsiteY9" fmla="*/ 63500 h 660400"/>
                <a:gd name="connsiteX10" fmla="*/ 317500 w 1498600"/>
                <a:gd name="connsiteY10" fmla="*/ 114300 h 660400"/>
                <a:gd name="connsiteX11" fmla="*/ 393700 w 1498600"/>
                <a:gd name="connsiteY11" fmla="*/ 139700 h 660400"/>
                <a:gd name="connsiteX12" fmla="*/ 444500 w 1498600"/>
                <a:gd name="connsiteY12" fmla="*/ 165100 h 660400"/>
                <a:gd name="connsiteX13" fmla="*/ 584200 w 1498600"/>
                <a:gd name="connsiteY13" fmla="*/ 203200 h 660400"/>
                <a:gd name="connsiteX14" fmla="*/ 787400 w 1498600"/>
                <a:gd name="connsiteY14" fmla="*/ 177800 h 660400"/>
                <a:gd name="connsiteX15" fmla="*/ 863600 w 1498600"/>
                <a:gd name="connsiteY15" fmla="*/ 139700 h 660400"/>
                <a:gd name="connsiteX16" fmla="*/ 952500 w 1498600"/>
                <a:gd name="connsiteY16" fmla="*/ 114300 h 660400"/>
                <a:gd name="connsiteX17" fmla="*/ 1003300 w 1498600"/>
                <a:gd name="connsiteY17" fmla="*/ 76200 h 660400"/>
                <a:gd name="connsiteX18" fmla="*/ 1041400 w 1498600"/>
                <a:gd name="connsiteY18" fmla="*/ 63500 h 660400"/>
                <a:gd name="connsiteX19" fmla="*/ 1079500 w 1498600"/>
                <a:gd name="connsiteY19" fmla="*/ 38100 h 660400"/>
                <a:gd name="connsiteX20" fmla="*/ 1155700 w 1498600"/>
                <a:gd name="connsiteY20" fmla="*/ 0 h 660400"/>
                <a:gd name="connsiteX21" fmla="*/ 1371600 w 1498600"/>
                <a:gd name="connsiteY21" fmla="*/ 12700 h 660400"/>
                <a:gd name="connsiteX22" fmla="*/ 1409700 w 1498600"/>
                <a:gd name="connsiteY22" fmla="*/ 50800 h 660400"/>
                <a:gd name="connsiteX23" fmla="*/ 1447800 w 1498600"/>
                <a:gd name="connsiteY23" fmla="*/ 76200 h 660400"/>
                <a:gd name="connsiteX24" fmla="*/ 1473200 w 1498600"/>
                <a:gd name="connsiteY24" fmla="*/ 114300 h 660400"/>
                <a:gd name="connsiteX25" fmla="*/ 1498600 w 1498600"/>
                <a:gd name="connsiteY25" fmla="*/ 190500 h 660400"/>
                <a:gd name="connsiteX26" fmla="*/ 1485900 w 1498600"/>
                <a:gd name="connsiteY26" fmla="*/ 304800 h 660400"/>
                <a:gd name="connsiteX27" fmla="*/ 1460500 w 1498600"/>
                <a:gd name="connsiteY27" fmla="*/ 342900 h 660400"/>
                <a:gd name="connsiteX28" fmla="*/ 1447800 w 1498600"/>
                <a:gd name="connsiteY28" fmla="*/ 381000 h 660400"/>
                <a:gd name="connsiteX29" fmla="*/ 1371600 w 1498600"/>
                <a:gd name="connsiteY29" fmla="*/ 457200 h 660400"/>
                <a:gd name="connsiteX30" fmla="*/ 1333500 w 1498600"/>
                <a:gd name="connsiteY30" fmla="*/ 495300 h 660400"/>
                <a:gd name="connsiteX31" fmla="*/ 1295400 w 1498600"/>
                <a:gd name="connsiteY31" fmla="*/ 508000 h 660400"/>
                <a:gd name="connsiteX32" fmla="*/ 1219200 w 1498600"/>
                <a:gd name="connsiteY32" fmla="*/ 558800 h 660400"/>
                <a:gd name="connsiteX33" fmla="*/ 1181100 w 1498600"/>
                <a:gd name="connsiteY33" fmla="*/ 571500 h 660400"/>
                <a:gd name="connsiteX34" fmla="*/ 1143000 w 1498600"/>
                <a:gd name="connsiteY34" fmla="*/ 596900 h 660400"/>
                <a:gd name="connsiteX35" fmla="*/ 1054100 w 1498600"/>
                <a:gd name="connsiteY35" fmla="*/ 622300 h 660400"/>
                <a:gd name="connsiteX36" fmla="*/ 977900 w 1498600"/>
                <a:gd name="connsiteY36" fmla="*/ 647700 h 660400"/>
                <a:gd name="connsiteX37" fmla="*/ 939800 w 1498600"/>
                <a:gd name="connsiteY37" fmla="*/ 660400 h 660400"/>
                <a:gd name="connsiteX38" fmla="*/ 457200 w 1498600"/>
                <a:gd name="connsiteY38" fmla="*/ 647700 h 660400"/>
                <a:gd name="connsiteX39" fmla="*/ 342900 w 1498600"/>
                <a:gd name="connsiteY39" fmla="*/ 609600 h 660400"/>
                <a:gd name="connsiteX40" fmla="*/ 266700 w 1498600"/>
                <a:gd name="connsiteY40" fmla="*/ 584200 h 660400"/>
                <a:gd name="connsiteX41" fmla="*/ 228600 w 1498600"/>
                <a:gd name="connsiteY41" fmla="*/ 571500 h 660400"/>
                <a:gd name="connsiteX42" fmla="*/ 165100 w 1498600"/>
                <a:gd name="connsiteY42" fmla="*/ 520700 h 660400"/>
                <a:gd name="connsiteX43" fmla="*/ 114300 w 1498600"/>
                <a:gd name="connsiteY43" fmla="*/ 4445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8600" h="660400">
                  <a:moveTo>
                    <a:pt x="114300" y="444500"/>
                  </a:moveTo>
                  <a:lnTo>
                    <a:pt x="114300" y="444500"/>
                  </a:lnTo>
                  <a:cubicBezTo>
                    <a:pt x="84667" y="402167"/>
                    <a:pt x="41741" y="366523"/>
                    <a:pt x="25400" y="317500"/>
                  </a:cubicBezTo>
                  <a:lnTo>
                    <a:pt x="0" y="241300"/>
                  </a:lnTo>
                  <a:cubicBezTo>
                    <a:pt x="4233" y="190500"/>
                    <a:pt x="5963" y="139429"/>
                    <a:pt x="12700" y="88900"/>
                  </a:cubicBezTo>
                  <a:cubicBezTo>
                    <a:pt x="14469" y="75630"/>
                    <a:pt x="16830" y="61084"/>
                    <a:pt x="25400" y="50800"/>
                  </a:cubicBezTo>
                  <a:cubicBezTo>
                    <a:pt x="38951" y="34539"/>
                    <a:pt x="57822" y="23202"/>
                    <a:pt x="76200" y="12700"/>
                  </a:cubicBezTo>
                  <a:cubicBezTo>
                    <a:pt x="87823" y="6058"/>
                    <a:pt x="101600" y="4233"/>
                    <a:pt x="114300" y="0"/>
                  </a:cubicBezTo>
                  <a:cubicBezTo>
                    <a:pt x="221741" y="26860"/>
                    <a:pt x="112404" y="-9731"/>
                    <a:pt x="203200" y="50800"/>
                  </a:cubicBezTo>
                  <a:cubicBezTo>
                    <a:pt x="214339" y="58226"/>
                    <a:pt x="229598" y="56999"/>
                    <a:pt x="241300" y="63500"/>
                  </a:cubicBezTo>
                  <a:cubicBezTo>
                    <a:pt x="267985" y="78325"/>
                    <a:pt x="288540" y="104647"/>
                    <a:pt x="317500" y="114300"/>
                  </a:cubicBezTo>
                  <a:cubicBezTo>
                    <a:pt x="342900" y="122767"/>
                    <a:pt x="369753" y="127726"/>
                    <a:pt x="393700" y="139700"/>
                  </a:cubicBezTo>
                  <a:cubicBezTo>
                    <a:pt x="410633" y="148167"/>
                    <a:pt x="426922" y="158069"/>
                    <a:pt x="444500" y="165100"/>
                  </a:cubicBezTo>
                  <a:cubicBezTo>
                    <a:pt x="508952" y="190881"/>
                    <a:pt x="520427" y="190445"/>
                    <a:pt x="584200" y="203200"/>
                  </a:cubicBezTo>
                  <a:cubicBezTo>
                    <a:pt x="670952" y="195313"/>
                    <a:pt x="712417" y="196546"/>
                    <a:pt x="787400" y="177800"/>
                  </a:cubicBezTo>
                  <a:cubicBezTo>
                    <a:pt x="851244" y="161839"/>
                    <a:pt x="801519" y="170740"/>
                    <a:pt x="863600" y="139700"/>
                  </a:cubicBezTo>
                  <a:cubicBezTo>
                    <a:pt x="881820" y="130590"/>
                    <a:pt x="936224" y="118369"/>
                    <a:pt x="952500" y="114300"/>
                  </a:cubicBezTo>
                  <a:cubicBezTo>
                    <a:pt x="969433" y="101600"/>
                    <a:pt x="984922" y="86702"/>
                    <a:pt x="1003300" y="76200"/>
                  </a:cubicBezTo>
                  <a:cubicBezTo>
                    <a:pt x="1014923" y="69558"/>
                    <a:pt x="1029426" y="69487"/>
                    <a:pt x="1041400" y="63500"/>
                  </a:cubicBezTo>
                  <a:cubicBezTo>
                    <a:pt x="1055052" y="56674"/>
                    <a:pt x="1065848" y="44926"/>
                    <a:pt x="1079500" y="38100"/>
                  </a:cubicBezTo>
                  <a:cubicBezTo>
                    <a:pt x="1184660" y="-14480"/>
                    <a:pt x="1046511" y="72793"/>
                    <a:pt x="1155700" y="0"/>
                  </a:cubicBezTo>
                  <a:cubicBezTo>
                    <a:pt x="1227667" y="4233"/>
                    <a:pt x="1300909" y="-1438"/>
                    <a:pt x="1371600" y="12700"/>
                  </a:cubicBezTo>
                  <a:cubicBezTo>
                    <a:pt x="1389212" y="16222"/>
                    <a:pt x="1395902" y="39302"/>
                    <a:pt x="1409700" y="50800"/>
                  </a:cubicBezTo>
                  <a:cubicBezTo>
                    <a:pt x="1421426" y="60571"/>
                    <a:pt x="1435100" y="67733"/>
                    <a:pt x="1447800" y="76200"/>
                  </a:cubicBezTo>
                  <a:cubicBezTo>
                    <a:pt x="1456267" y="88900"/>
                    <a:pt x="1467001" y="100352"/>
                    <a:pt x="1473200" y="114300"/>
                  </a:cubicBezTo>
                  <a:cubicBezTo>
                    <a:pt x="1484074" y="138766"/>
                    <a:pt x="1498600" y="190500"/>
                    <a:pt x="1498600" y="190500"/>
                  </a:cubicBezTo>
                  <a:cubicBezTo>
                    <a:pt x="1494367" y="228600"/>
                    <a:pt x="1495197" y="267610"/>
                    <a:pt x="1485900" y="304800"/>
                  </a:cubicBezTo>
                  <a:cubicBezTo>
                    <a:pt x="1482198" y="319608"/>
                    <a:pt x="1467326" y="329248"/>
                    <a:pt x="1460500" y="342900"/>
                  </a:cubicBezTo>
                  <a:cubicBezTo>
                    <a:pt x="1454513" y="354874"/>
                    <a:pt x="1456019" y="370433"/>
                    <a:pt x="1447800" y="381000"/>
                  </a:cubicBezTo>
                  <a:cubicBezTo>
                    <a:pt x="1425747" y="409354"/>
                    <a:pt x="1397000" y="431800"/>
                    <a:pt x="1371600" y="457200"/>
                  </a:cubicBezTo>
                  <a:cubicBezTo>
                    <a:pt x="1358900" y="469900"/>
                    <a:pt x="1350539" y="489620"/>
                    <a:pt x="1333500" y="495300"/>
                  </a:cubicBezTo>
                  <a:cubicBezTo>
                    <a:pt x="1320800" y="499533"/>
                    <a:pt x="1307102" y="501499"/>
                    <a:pt x="1295400" y="508000"/>
                  </a:cubicBezTo>
                  <a:cubicBezTo>
                    <a:pt x="1268715" y="522825"/>
                    <a:pt x="1248160" y="549147"/>
                    <a:pt x="1219200" y="558800"/>
                  </a:cubicBezTo>
                  <a:cubicBezTo>
                    <a:pt x="1206500" y="563033"/>
                    <a:pt x="1193074" y="565513"/>
                    <a:pt x="1181100" y="571500"/>
                  </a:cubicBezTo>
                  <a:cubicBezTo>
                    <a:pt x="1167448" y="578326"/>
                    <a:pt x="1156652" y="590074"/>
                    <a:pt x="1143000" y="596900"/>
                  </a:cubicBezTo>
                  <a:cubicBezTo>
                    <a:pt x="1121660" y="607570"/>
                    <a:pt x="1074445" y="616196"/>
                    <a:pt x="1054100" y="622300"/>
                  </a:cubicBezTo>
                  <a:cubicBezTo>
                    <a:pt x="1028455" y="629993"/>
                    <a:pt x="1003300" y="639233"/>
                    <a:pt x="977900" y="647700"/>
                  </a:cubicBezTo>
                  <a:lnTo>
                    <a:pt x="939800" y="660400"/>
                  </a:lnTo>
                  <a:lnTo>
                    <a:pt x="457200" y="647700"/>
                  </a:lnTo>
                  <a:cubicBezTo>
                    <a:pt x="337736" y="642270"/>
                    <a:pt x="419146" y="643487"/>
                    <a:pt x="342900" y="609600"/>
                  </a:cubicBezTo>
                  <a:cubicBezTo>
                    <a:pt x="318434" y="598726"/>
                    <a:pt x="292100" y="592667"/>
                    <a:pt x="266700" y="584200"/>
                  </a:cubicBezTo>
                  <a:lnTo>
                    <a:pt x="228600" y="571500"/>
                  </a:lnTo>
                  <a:cubicBezTo>
                    <a:pt x="171794" y="486291"/>
                    <a:pt x="238712" y="569775"/>
                    <a:pt x="165100" y="520700"/>
                  </a:cubicBezTo>
                  <a:cubicBezTo>
                    <a:pt x="150156" y="510737"/>
                    <a:pt x="122767" y="457200"/>
                    <a:pt x="114300" y="444500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8040216" y="3375776"/>
            <a:ext cx="1152128" cy="3257262"/>
            <a:chOff x="1187624" y="4080248"/>
            <a:chExt cx="2448272" cy="1944216"/>
          </a:xfrm>
        </p:grpSpPr>
        <p:sp>
          <p:nvSpPr>
            <p:cNvPr id="10" name="직사각형 9"/>
            <p:cNvSpPr/>
            <p:nvPr/>
          </p:nvSpPr>
          <p:spPr>
            <a:xfrm>
              <a:off x="1187624" y="4080248"/>
              <a:ext cx="2448272" cy="19442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>
              <a:off x="1717564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2771800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자유형 12"/>
            <p:cNvSpPr/>
            <p:nvPr/>
          </p:nvSpPr>
          <p:spPr>
            <a:xfrm>
              <a:off x="1646932" y="5076032"/>
              <a:ext cx="1498600" cy="660400"/>
            </a:xfrm>
            <a:custGeom>
              <a:avLst/>
              <a:gdLst>
                <a:gd name="connsiteX0" fmla="*/ 114300 w 1498600"/>
                <a:gd name="connsiteY0" fmla="*/ 444500 h 660400"/>
                <a:gd name="connsiteX1" fmla="*/ 114300 w 1498600"/>
                <a:gd name="connsiteY1" fmla="*/ 444500 h 660400"/>
                <a:gd name="connsiteX2" fmla="*/ 25400 w 1498600"/>
                <a:gd name="connsiteY2" fmla="*/ 317500 h 660400"/>
                <a:gd name="connsiteX3" fmla="*/ 0 w 1498600"/>
                <a:gd name="connsiteY3" fmla="*/ 241300 h 660400"/>
                <a:gd name="connsiteX4" fmla="*/ 12700 w 1498600"/>
                <a:gd name="connsiteY4" fmla="*/ 88900 h 660400"/>
                <a:gd name="connsiteX5" fmla="*/ 25400 w 1498600"/>
                <a:gd name="connsiteY5" fmla="*/ 50800 h 660400"/>
                <a:gd name="connsiteX6" fmla="*/ 76200 w 1498600"/>
                <a:gd name="connsiteY6" fmla="*/ 12700 h 660400"/>
                <a:gd name="connsiteX7" fmla="*/ 114300 w 1498600"/>
                <a:gd name="connsiteY7" fmla="*/ 0 h 660400"/>
                <a:gd name="connsiteX8" fmla="*/ 203200 w 1498600"/>
                <a:gd name="connsiteY8" fmla="*/ 50800 h 660400"/>
                <a:gd name="connsiteX9" fmla="*/ 241300 w 1498600"/>
                <a:gd name="connsiteY9" fmla="*/ 63500 h 660400"/>
                <a:gd name="connsiteX10" fmla="*/ 317500 w 1498600"/>
                <a:gd name="connsiteY10" fmla="*/ 114300 h 660400"/>
                <a:gd name="connsiteX11" fmla="*/ 393700 w 1498600"/>
                <a:gd name="connsiteY11" fmla="*/ 139700 h 660400"/>
                <a:gd name="connsiteX12" fmla="*/ 444500 w 1498600"/>
                <a:gd name="connsiteY12" fmla="*/ 165100 h 660400"/>
                <a:gd name="connsiteX13" fmla="*/ 584200 w 1498600"/>
                <a:gd name="connsiteY13" fmla="*/ 203200 h 660400"/>
                <a:gd name="connsiteX14" fmla="*/ 787400 w 1498600"/>
                <a:gd name="connsiteY14" fmla="*/ 177800 h 660400"/>
                <a:gd name="connsiteX15" fmla="*/ 863600 w 1498600"/>
                <a:gd name="connsiteY15" fmla="*/ 139700 h 660400"/>
                <a:gd name="connsiteX16" fmla="*/ 952500 w 1498600"/>
                <a:gd name="connsiteY16" fmla="*/ 114300 h 660400"/>
                <a:gd name="connsiteX17" fmla="*/ 1003300 w 1498600"/>
                <a:gd name="connsiteY17" fmla="*/ 76200 h 660400"/>
                <a:gd name="connsiteX18" fmla="*/ 1041400 w 1498600"/>
                <a:gd name="connsiteY18" fmla="*/ 63500 h 660400"/>
                <a:gd name="connsiteX19" fmla="*/ 1079500 w 1498600"/>
                <a:gd name="connsiteY19" fmla="*/ 38100 h 660400"/>
                <a:gd name="connsiteX20" fmla="*/ 1155700 w 1498600"/>
                <a:gd name="connsiteY20" fmla="*/ 0 h 660400"/>
                <a:gd name="connsiteX21" fmla="*/ 1371600 w 1498600"/>
                <a:gd name="connsiteY21" fmla="*/ 12700 h 660400"/>
                <a:gd name="connsiteX22" fmla="*/ 1409700 w 1498600"/>
                <a:gd name="connsiteY22" fmla="*/ 50800 h 660400"/>
                <a:gd name="connsiteX23" fmla="*/ 1447800 w 1498600"/>
                <a:gd name="connsiteY23" fmla="*/ 76200 h 660400"/>
                <a:gd name="connsiteX24" fmla="*/ 1473200 w 1498600"/>
                <a:gd name="connsiteY24" fmla="*/ 114300 h 660400"/>
                <a:gd name="connsiteX25" fmla="*/ 1498600 w 1498600"/>
                <a:gd name="connsiteY25" fmla="*/ 190500 h 660400"/>
                <a:gd name="connsiteX26" fmla="*/ 1485900 w 1498600"/>
                <a:gd name="connsiteY26" fmla="*/ 304800 h 660400"/>
                <a:gd name="connsiteX27" fmla="*/ 1460500 w 1498600"/>
                <a:gd name="connsiteY27" fmla="*/ 342900 h 660400"/>
                <a:gd name="connsiteX28" fmla="*/ 1447800 w 1498600"/>
                <a:gd name="connsiteY28" fmla="*/ 381000 h 660400"/>
                <a:gd name="connsiteX29" fmla="*/ 1371600 w 1498600"/>
                <a:gd name="connsiteY29" fmla="*/ 457200 h 660400"/>
                <a:gd name="connsiteX30" fmla="*/ 1333500 w 1498600"/>
                <a:gd name="connsiteY30" fmla="*/ 495300 h 660400"/>
                <a:gd name="connsiteX31" fmla="*/ 1295400 w 1498600"/>
                <a:gd name="connsiteY31" fmla="*/ 508000 h 660400"/>
                <a:gd name="connsiteX32" fmla="*/ 1219200 w 1498600"/>
                <a:gd name="connsiteY32" fmla="*/ 558800 h 660400"/>
                <a:gd name="connsiteX33" fmla="*/ 1181100 w 1498600"/>
                <a:gd name="connsiteY33" fmla="*/ 571500 h 660400"/>
                <a:gd name="connsiteX34" fmla="*/ 1143000 w 1498600"/>
                <a:gd name="connsiteY34" fmla="*/ 596900 h 660400"/>
                <a:gd name="connsiteX35" fmla="*/ 1054100 w 1498600"/>
                <a:gd name="connsiteY35" fmla="*/ 622300 h 660400"/>
                <a:gd name="connsiteX36" fmla="*/ 977900 w 1498600"/>
                <a:gd name="connsiteY36" fmla="*/ 647700 h 660400"/>
                <a:gd name="connsiteX37" fmla="*/ 939800 w 1498600"/>
                <a:gd name="connsiteY37" fmla="*/ 660400 h 660400"/>
                <a:gd name="connsiteX38" fmla="*/ 457200 w 1498600"/>
                <a:gd name="connsiteY38" fmla="*/ 647700 h 660400"/>
                <a:gd name="connsiteX39" fmla="*/ 342900 w 1498600"/>
                <a:gd name="connsiteY39" fmla="*/ 609600 h 660400"/>
                <a:gd name="connsiteX40" fmla="*/ 266700 w 1498600"/>
                <a:gd name="connsiteY40" fmla="*/ 584200 h 660400"/>
                <a:gd name="connsiteX41" fmla="*/ 228600 w 1498600"/>
                <a:gd name="connsiteY41" fmla="*/ 571500 h 660400"/>
                <a:gd name="connsiteX42" fmla="*/ 165100 w 1498600"/>
                <a:gd name="connsiteY42" fmla="*/ 520700 h 660400"/>
                <a:gd name="connsiteX43" fmla="*/ 114300 w 1498600"/>
                <a:gd name="connsiteY43" fmla="*/ 4445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8600" h="660400">
                  <a:moveTo>
                    <a:pt x="114300" y="444500"/>
                  </a:moveTo>
                  <a:lnTo>
                    <a:pt x="114300" y="444500"/>
                  </a:lnTo>
                  <a:cubicBezTo>
                    <a:pt x="84667" y="402167"/>
                    <a:pt x="41741" y="366523"/>
                    <a:pt x="25400" y="317500"/>
                  </a:cubicBezTo>
                  <a:lnTo>
                    <a:pt x="0" y="241300"/>
                  </a:lnTo>
                  <a:cubicBezTo>
                    <a:pt x="4233" y="190500"/>
                    <a:pt x="5963" y="139429"/>
                    <a:pt x="12700" y="88900"/>
                  </a:cubicBezTo>
                  <a:cubicBezTo>
                    <a:pt x="14469" y="75630"/>
                    <a:pt x="16830" y="61084"/>
                    <a:pt x="25400" y="50800"/>
                  </a:cubicBezTo>
                  <a:cubicBezTo>
                    <a:pt x="38951" y="34539"/>
                    <a:pt x="57822" y="23202"/>
                    <a:pt x="76200" y="12700"/>
                  </a:cubicBezTo>
                  <a:cubicBezTo>
                    <a:pt x="87823" y="6058"/>
                    <a:pt x="101600" y="4233"/>
                    <a:pt x="114300" y="0"/>
                  </a:cubicBezTo>
                  <a:cubicBezTo>
                    <a:pt x="221741" y="26860"/>
                    <a:pt x="112404" y="-9731"/>
                    <a:pt x="203200" y="50800"/>
                  </a:cubicBezTo>
                  <a:cubicBezTo>
                    <a:pt x="214339" y="58226"/>
                    <a:pt x="229598" y="56999"/>
                    <a:pt x="241300" y="63500"/>
                  </a:cubicBezTo>
                  <a:cubicBezTo>
                    <a:pt x="267985" y="78325"/>
                    <a:pt x="288540" y="104647"/>
                    <a:pt x="317500" y="114300"/>
                  </a:cubicBezTo>
                  <a:cubicBezTo>
                    <a:pt x="342900" y="122767"/>
                    <a:pt x="369753" y="127726"/>
                    <a:pt x="393700" y="139700"/>
                  </a:cubicBezTo>
                  <a:cubicBezTo>
                    <a:pt x="410633" y="148167"/>
                    <a:pt x="426922" y="158069"/>
                    <a:pt x="444500" y="165100"/>
                  </a:cubicBezTo>
                  <a:cubicBezTo>
                    <a:pt x="508952" y="190881"/>
                    <a:pt x="520427" y="190445"/>
                    <a:pt x="584200" y="203200"/>
                  </a:cubicBezTo>
                  <a:cubicBezTo>
                    <a:pt x="670952" y="195313"/>
                    <a:pt x="712417" y="196546"/>
                    <a:pt x="787400" y="177800"/>
                  </a:cubicBezTo>
                  <a:cubicBezTo>
                    <a:pt x="851244" y="161839"/>
                    <a:pt x="801519" y="170740"/>
                    <a:pt x="863600" y="139700"/>
                  </a:cubicBezTo>
                  <a:cubicBezTo>
                    <a:pt x="881820" y="130590"/>
                    <a:pt x="936224" y="118369"/>
                    <a:pt x="952500" y="114300"/>
                  </a:cubicBezTo>
                  <a:cubicBezTo>
                    <a:pt x="969433" y="101600"/>
                    <a:pt x="984922" y="86702"/>
                    <a:pt x="1003300" y="76200"/>
                  </a:cubicBezTo>
                  <a:cubicBezTo>
                    <a:pt x="1014923" y="69558"/>
                    <a:pt x="1029426" y="69487"/>
                    <a:pt x="1041400" y="63500"/>
                  </a:cubicBezTo>
                  <a:cubicBezTo>
                    <a:pt x="1055052" y="56674"/>
                    <a:pt x="1065848" y="44926"/>
                    <a:pt x="1079500" y="38100"/>
                  </a:cubicBezTo>
                  <a:cubicBezTo>
                    <a:pt x="1184660" y="-14480"/>
                    <a:pt x="1046511" y="72793"/>
                    <a:pt x="1155700" y="0"/>
                  </a:cubicBezTo>
                  <a:cubicBezTo>
                    <a:pt x="1227667" y="4233"/>
                    <a:pt x="1300909" y="-1438"/>
                    <a:pt x="1371600" y="12700"/>
                  </a:cubicBezTo>
                  <a:cubicBezTo>
                    <a:pt x="1389212" y="16222"/>
                    <a:pt x="1395902" y="39302"/>
                    <a:pt x="1409700" y="50800"/>
                  </a:cubicBezTo>
                  <a:cubicBezTo>
                    <a:pt x="1421426" y="60571"/>
                    <a:pt x="1435100" y="67733"/>
                    <a:pt x="1447800" y="76200"/>
                  </a:cubicBezTo>
                  <a:cubicBezTo>
                    <a:pt x="1456267" y="88900"/>
                    <a:pt x="1467001" y="100352"/>
                    <a:pt x="1473200" y="114300"/>
                  </a:cubicBezTo>
                  <a:cubicBezTo>
                    <a:pt x="1484074" y="138766"/>
                    <a:pt x="1498600" y="190500"/>
                    <a:pt x="1498600" y="190500"/>
                  </a:cubicBezTo>
                  <a:cubicBezTo>
                    <a:pt x="1494367" y="228600"/>
                    <a:pt x="1495197" y="267610"/>
                    <a:pt x="1485900" y="304800"/>
                  </a:cubicBezTo>
                  <a:cubicBezTo>
                    <a:pt x="1482198" y="319608"/>
                    <a:pt x="1467326" y="329248"/>
                    <a:pt x="1460500" y="342900"/>
                  </a:cubicBezTo>
                  <a:cubicBezTo>
                    <a:pt x="1454513" y="354874"/>
                    <a:pt x="1456019" y="370433"/>
                    <a:pt x="1447800" y="381000"/>
                  </a:cubicBezTo>
                  <a:cubicBezTo>
                    <a:pt x="1425747" y="409354"/>
                    <a:pt x="1397000" y="431800"/>
                    <a:pt x="1371600" y="457200"/>
                  </a:cubicBezTo>
                  <a:cubicBezTo>
                    <a:pt x="1358900" y="469900"/>
                    <a:pt x="1350539" y="489620"/>
                    <a:pt x="1333500" y="495300"/>
                  </a:cubicBezTo>
                  <a:cubicBezTo>
                    <a:pt x="1320800" y="499533"/>
                    <a:pt x="1307102" y="501499"/>
                    <a:pt x="1295400" y="508000"/>
                  </a:cubicBezTo>
                  <a:cubicBezTo>
                    <a:pt x="1268715" y="522825"/>
                    <a:pt x="1248160" y="549147"/>
                    <a:pt x="1219200" y="558800"/>
                  </a:cubicBezTo>
                  <a:cubicBezTo>
                    <a:pt x="1206500" y="563033"/>
                    <a:pt x="1193074" y="565513"/>
                    <a:pt x="1181100" y="571500"/>
                  </a:cubicBezTo>
                  <a:cubicBezTo>
                    <a:pt x="1167448" y="578326"/>
                    <a:pt x="1156652" y="590074"/>
                    <a:pt x="1143000" y="596900"/>
                  </a:cubicBezTo>
                  <a:cubicBezTo>
                    <a:pt x="1121660" y="607570"/>
                    <a:pt x="1074445" y="616196"/>
                    <a:pt x="1054100" y="622300"/>
                  </a:cubicBezTo>
                  <a:cubicBezTo>
                    <a:pt x="1028455" y="629993"/>
                    <a:pt x="1003300" y="639233"/>
                    <a:pt x="977900" y="647700"/>
                  </a:cubicBezTo>
                  <a:lnTo>
                    <a:pt x="939800" y="660400"/>
                  </a:lnTo>
                  <a:lnTo>
                    <a:pt x="457200" y="647700"/>
                  </a:lnTo>
                  <a:cubicBezTo>
                    <a:pt x="337736" y="642270"/>
                    <a:pt x="419146" y="643487"/>
                    <a:pt x="342900" y="609600"/>
                  </a:cubicBezTo>
                  <a:cubicBezTo>
                    <a:pt x="318434" y="598726"/>
                    <a:pt x="292100" y="592667"/>
                    <a:pt x="266700" y="584200"/>
                  </a:cubicBezTo>
                  <a:lnTo>
                    <a:pt x="228600" y="571500"/>
                  </a:lnTo>
                  <a:cubicBezTo>
                    <a:pt x="171794" y="486291"/>
                    <a:pt x="238712" y="569775"/>
                    <a:pt x="165100" y="520700"/>
                  </a:cubicBezTo>
                  <a:cubicBezTo>
                    <a:pt x="150156" y="510737"/>
                    <a:pt x="122767" y="457200"/>
                    <a:pt x="114300" y="444500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5170064" y="4757538"/>
            <a:ext cx="196297" cy="18466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/>
          <p:cNvSpPr/>
          <p:nvPr/>
        </p:nvSpPr>
        <p:spPr>
          <a:xfrm>
            <a:off x="5422528" y="3865552"/>
            <a:ext cx="1216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(1.0f, 1.0f)</a:t>
            </a:r>
            <a:endParaRPr lang="ko-KR" altLang="en-US" dirty="0"/>
          </a:p>
        </p:txBody>
      </p:sp>
      <p:cxnSp>
        <p:nvCxnSpPr>
          <p:cNvPr id="16" name="직선 화살표 연결선 15"/>
          <p:cNvCxnSpPr>
            <a:stCxn id="15" idx="2"/>
            <a:endCxn id="14" idx="3"/>
          </p:cNvCxnSpPr>
          <p:nvPr/>
        </p:nvCxnSpPr>
        <p:spPr>
          <a:xfrm flipH="1">
            <a:off x="5366360" y="4234885"/>
            <a:ext cx="664604" cy="61498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8996047" y="6448372"/>
            <a:ext cx="196297" cy="184666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/>
          <p:cNvSpPr/>
          <p:nvPr/>
        </p:nvSpPr>
        <p:spPr>
          <a:xfrm>
            <a:off x="9268407" y="2492896"/>
            <a:ext cx="12168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(1.0f, 1.0f)</a:t>
            </a:r>
            <a:endParaRPr lang="ko-KR" altLang="en-US" dirty="0"/>
          </a:p>
        </p:txBody>
      </p:sp>
      <p:cxnSp>
        <p:nvCxnSpPr>
          <p:cNvPr id="19" name="직선 화살표 연결선 18"/>
          <p:cNvCxnSpPr>
            <a:stCxn id="18" idx="2"/>
            <a:endCxn id="17" idx="3"/>
          </p:cNvCxnSpPr>
          <p:nvPr/>
        </p:nvCxnSpPr>
        <p:spPr>
          <a:xfrm flipH="1">
            <a:off x="9192344" y="2862228"/>
            <a:ext cx="684499" cy="367847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8516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grpSp>
        <p:nvGrpSpPr>
          <p:cNvPr id="5" name="그룹 4"/>
          <p:cNvGrpSpPr/>
          <p:nvPr/>
        </p:nvGrpSpPr>
        <p:grpSpPr>
          <a:xfrm>
            <a:off x="2627254" y="3048570"/>
            <a:ext cx="2333233" cy="2187942"/>
            <a:chOff x="1187624" y="4080248"/>
            <a:chExt cx="2448272" cy="1944216"/>
          </a:xfrm>
        </p:grpSpPr>
        <p:sp>
          <p:nvSpPr>
            <p:cNvPr id="6" name="직사각형 5"/>
            <p:cNvSpPr/>
            <p:nvPr/>
          </p:nvSpPr>
          <p:spPr>
            <a:xfrm>
              <a:off x="1187624" y="4080248"/>
              <a:ext cx="2448272" cy="19442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/>
            <p:cNvSpPr/>
            <p:nvPr/>
          </p:nvSpPr>
          <p:spPr>
            <a:xfrm>
              <a:off x="1717564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/>
            <p:cNvSpPr/>
            <p:nvPr/>
          </p:nvSpPr>
          <p:spPr>
            <a:xfrm>
              <a:off x="2771800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자유형 8"/>
            <p:cNvSpPr/>
            <p:nvPr/>
          </p:nvSpPr>
          <p:spPr>
            <a:xfrm>
              <a:off x="1646932" y="5076032"/>
              <a:ext cx="1498600" cy="660400"/>
            </a:xfrm>
            <a:custGeom>
              <a:avLst/>
              <a:gdLst>
                <a:gd name="connsiteX0" fmla="*/ 114300 w 1498600"/>
                <a:gd name="connsiteY0" fmla="*/ 444500 h 660400"/>
                <a:gd name="connsiteX1" fmla="*/ 114300 w 1498600"/>
                <a:gd name="connsiteY1" fmla="*/ 444500 h 660400"/>
                <a:gd name="connsiteX2" fmla="*/ 25400 w 1498600"/>
                <a:gd name="connsiteY2" fmla="*/ 317500 h 660400"/>
                <a:gd name="connsiteX3" fmla="*/ 0 w 1498600"/>
                <a:gd name="connsiteY3" fmla="*/ 241300 h 660400"/>
                <a:gd name="connsiteX4" fmla="*/ 12700 w 1498600"/>
                <a:gd name="connsiteY4" fmla="*/ 88900 h 660400"/>
                <a:gd name="connsiteX5" fmla="*/ 25400 w 1498600"/>
                <a:gd name="connsiteY5" fmla="*/ 50800 h 660400"/>
                <a:gd name="connsiteX6" fmla="*/ 76200 w 1498600"/>
                <a:gd name="connsiteY6" fmla="*/ 12700 h 660400"/>
                <a:gd name="connsiteX7" fmla="*/ 114300 w 1498600"/>
                <a:gd name="connsiteY7" fmla="*/ 0 h 660400"/>
                <a:gd name="connsiteX8" fmla="*/ 203200 w 1498600"/>
                <a:gd name="connsiteY8" fmla="*/ 50800 h 660400"/>
                <a:gd name="connsiteX9" fmla="*/ 241300 w 1498600"/>
                <a:gd name="connsiteY9" fmla="*/ 63500 h 660400"/>
                <a:gd name="connsiteX10" fmla="*/ 317500 w 1498600"/>
                <a:gd name="connsiteY10" fmla="*/ 114300 h 660400"/>
                <a:gd name="connsiteX11" fmla="*/ 393700 w 1498600"/>
                <a:gd name="connsiteY11" fmla="*/ 139700 h 660400"/>
                <a:gd name="connsiteX12" fmla="*/ 444500 w 1498600"/>
                <a:gd name="connsiteY12" fmla="*/ 165100 h 660400"/>
                <a:gd name="connsiteX13" fmla="*/ 584200 w 1498600"/>
                <a:gd name="connsiteY13" fmla="*/ 203200 h 660400"/>
                <a:gd name="connsiteX14" fmla="*/ 787400 w 1498600"/>
                <a:gd name="connsiteY14" fmla="*/ 177800 h 660400"/>
                <a:gd name="connsiteX15" fmla="*/ 863600 w 1498600"/>
                <a:gd name="connsiteY15" fmla="*/ 139700 h 660400"/>
                <a:gd name="connsiteX16" fmla="*/ 952500 w 1498600"/>
                <a:gd name="connsiteY16" fmla="*/ 114300 h 660400"/>
                <a:gd name="connsiteX17" fmla="*/ 1003300 w 1498600"/>
                <a:gd name="connsiteY17" fmla="*/ 76200 h 660400"/>
                <a:gd name="connsiteX18" fmla="*/ 1041400 w 1498600"/>
                <a:gd name="connsiteY18" fmla="*/ 63500 h 660400"/>
                <a:gd name="connsiteX19" fmla="*/ 1079500 w 1498600"/>
                <a:gd name="connsiteY19" fmla="*/ 38100 h 660400"/>
                <a:gd name="connsiteX20" fmla="*/ 1155700 w 1498600"/>
                <a:gd name="connsiteY20" fmla="*/ 0 h 660400"/>
                <a:gd name="connsiteX21" fmla="*/ 1371600 w 1498600"/>
                <a:gd name="connsiteY21" fmla="*/ 12700 h 660400"/>
                <a:gd name="connsiteX22" fmla="*/ 1409700 w 1498600"/>
                <a:gd name="connsiteY22" fmla="*/ 50800 h 660400"/>
                <a:gd name="connsiteX23" fmla="*/ 1447800 w 1498600"/>
                <a:gd name="connsiteY23" fmla="*/ 76200 h 660400"/>
                <a:gd name="connsiteX24" fmla="*/ 1473200 w 1498600"/>
                <a:gd name="connsiteY24" fmla="*/ 114300 h 660400"/>
                <a:gd name="connsiteX25" fmla="*/ 1498600 w 1498600"/>
                <a:gd name="connsiteY25" fmla="*/ 190500 h 660400"/>
                <a:gd name="connsiteX26" fmla="*/ 1485900 w 1498600"/>
                <a:gd name="connsiteY26" fmla="*/ 304800 h 660400"/>
                <a:gd name="connsiteX27" fmla="*/ 1460500 w 1498600"/>
                <a:gd name="connsiteY27" fmla="*/ 342900 h 660400"/>
                <a:gd name="connsiteX28" fmla="*/ 1447800 w 1498600"/>
                <a:gd name="connsiteY28" fmla="*/ 381000 h 660400"/>
                <a:gd name="connsiteX29" fmla="*/ 1371600 w 1498600"/>
                <a:gd name="connsiteY29" fmla="*/ 457200 h 660400"/>
                <a:gd name="connsiteX30" fmla="*/ 1333500 w 1498600"/>
                <a:gd name="connsiteY30" fmla="*/ 495300 h 660400"/>
                <a:gd name="connsiteX31" fmla="*/ 1295400 w 1498600"/>
                <a:gd name="connsiteY31" fmla="*/ 508000 h 660400"/>
                <a:gd name="connsiteX32" fmla="*/ 1219200 w 1498600"/>
                <a:gd name="connsiteY32" fmla="*/ 558800 h 660400"/>
                <a:gd name="connsiteX33" fmla="*/ 1181100 w 1498600"/>
                <a:gd name="connsiteY33" fmla="*/ 571500 h 660400"/>
                <a:gd name="connsiteX34" fmla="*/ 1143000 w 1498600"/>
                <a:gd name="connsiteY34" fmla="*/ 596900 h 660400"/>
                <a:gd name="connsiteX35" fmla="*/ 1054100 w 1498600"/>
                <a:gd name="connsiteY35" fmla="*/ 622300 h 660400"/>
                <a:gd name="connsiteX36" fmla="*/ 977900 w 1498600"/>
                <a:gd name="connsiteY36" fmla="*/ 647700 h 660400"/>
                <a:gd name="connsiteX37" fmla="*/ 939800 w 1498600"/>
                <a:gd name="connsiteY37" fmla="*/ 660400 h 660400"/>
                <a:gd name="connsiteX38" fmla="*/ 457200 w 1498600"/>
                <a:gd name="connsiteY38" fmla="*/ 647700 h 660400"/>
                <a:gd name="connsiteX39" fmla="*/ 342900 w 1498600"/>
                <a:gd name="connsiteY39" fmla="*/ 609600 h 660400"/>
                <a:gd name="connsiteX40" fmla="*/ 266700 w 1498600"/>
                <a:gd name="connsiteY40" fmla="*/ 584200 h 660400"/>
                <a:gd name="connsiteX41" fmla="*/ 228600 w 1498600"/>
                <a:gd name="connsiteY41" fmla="*/ 571500 h 660400"/>
                <a:gd name="connsiteX42" fmla="*/ 165100 w 1498600"/>
                <a:gd name="connsiteY42" fmla="*/ 520700 h 660400"/>
                <a:gd name="connsiteX43" fmla="*/ 114300 w 1498600"/>
                <a:gd name="connsiteY43" fmla="*/ 4445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8600" h="660400">
                  <a:moveTo>
                    <a:pt x="114300" y="444500"/>
                  </a:moveTo>
                  <a:lnTo>
                    <a:pt x="114300" y="444500"/>
                  </a:lnTo>
                  <a:cubicBezTo>
                    <a:pt x="84667" y="402167"/>
                    <a:pt x="41741" y="366523"/>
                    <a:pt x="25400" y="317500"/>
                  </a:cubicBezTo>
                  <a:lnTo>
                    <a:pt x="0" y="241300"/>
                  </a:lnTo>
                  <a:cubicBezTo>
                    <a:pt x="4233" y="190500"/>
                    <a:pt x="5963" y="139429"/>
                    <a:pt x="12700" y="88900"/>
                  </a:cubicBezTo>
                  <a:cubicBezTo>
                    <a:pt x="14469" y="75630"/>
                    <a:pt x="16830" y="61084"/>
                    <a:pt x="25400" y="50800"/>
                  </a:cubicBezTo>
                  <a:cubicBezTo>
                    <a:pt x="38951" y="34539"/>
                    <a:pt x="57822" y="23202"/>
                    <a:pt x="76200" y="12700"/>
                  </a:cubicBezTo>
                  <a:cubicBezTo>
                    <a:pt x="87823" y="6058"/>
                    <a:pt x="101600" y="4233"/>
                    <a:pt x="114300" y="0"/>
                  </a:cubicBezTo>
                  <a:cubicBezTo>
                    <a:pt x="221741" y="26860"/>
                    <a:pt x="112404" y="-9731"/>
                    <a:pt x="203200" y="50800"/>
                  </a:cubicBezTo>
                  <a:cubicBezTo>
                    <a:pt x="214339" y="58226"/>
                    <a:pt x="229598" y="56999"/>
                    <a:pt x="241300" y="63500"/>
                  </a:cubicBezTo>
                  <a:cubicBezTo>
                    <a:pt x="267985" y="78325"/>
                    <a:pt x="288540" y="104647"/>
                    <a:pt x="317500" y="114300"/>
                  </a:cubicBezTo>
                  <a:cubicBezTo>
                    <a:pt x="342900" y="122767"/>
                    <a:pt x="369753" y="127726"/>
                    <a:pt x="393700" y="139700"/>
                  </a:cubicBezTo>
                  <a:cubicBezTo>
                    <a:pt x="410633" y="148167"/>
                    <a:pt x="426922" y="158069"/>
                    <a:pt x="444500" y="165100"/>
                  </a:cubicBezTo>
                  <a:cubicBezTo>
                    <a:pt x="508952" y="190881"/>
                    <a:pt x="520427" y="190445"/>
                    <a:pt x="584200" y="203200"/>
                  </a:cubicBezTo>
                  <a:cubicBezTo>
                    <a:pt x="670952" y="195313"/>
                    <a:pt x="712417" y="196546"/>
                    <a:pt x="787400" y="177800"/>
                  </a:cubicBezTo>
                  <a:cubicBezTo>
                    <a:pt x="851244" y="161839"/>
                    <a:pt x="801519" y="170740"/>
                    <a:pt x="863600" y="139700"/>
                  </a:cubicBezTo>
                  <a:cubicBezTo>
                    <a:pt x="881820" y="130590"/>
                    <a:pt x="936224" y="118369"/>
                    <a:pt x="952500" y="114300"/>
                  </a:cubicBezTo>
                  <a:cubicBezTo>
                    <a:pt x="969433" y="101600"/>
                    <a:pt x="984922" y="86702"/>
                    <a:pt x="1003300" y="76200"/>
                  </a:cubicBezTo>
                  <a:cubicBezTo>
                    <a:pt x="1014923" y="69558"/>
                    <a:pt x="1029426" y="69487"/>
                    <a:pt x="1041400" y="63500"/>
                  </a:cubicBezTo>
                  <a:cubicBezTo>
                    <a:pt x="1055052" y="56674"/>
                    <a:pt x="1065848" y="44926"/>
                    <a:pt x="1079500" y="38100"/>
                  </a:cubicBezTo>
                  <a:cubicBezTo>
                    <a:pt x="1184660" y="-14480"/>
                    <a:pt x="1046511" y="72793"/>
                    <a:pt x="1155700" y="0"/>
                  </a:cubicBezTo>
                  <a:cubicBezTo>
                    <a:pt x="1227667" y="4233"/>
                    <a:pt x="1300909" y="-1438"/>
                    <a:pt x="1371600" y="12700"/>
                  </a:cubicBezTo>
                  <a:cubicBezTo>
                    <a:pt x="1389212" y="16222"/>
                    <a:pt x="1395902" y="39302"/>
                    <a:pt x="1409700" y="50800"/>
                  </a:cubicBezTo>
                  <a:cubicBezTo>
                    <a:pt x="1421426" y="60571"/>
                    <a:pt x="1435100" y="67733"/>
                    <a:pt x="1447800" y="76200"/>
                  </a:cubicBezTo>
                  <a:cubicBezTo>
                    <a:pt x="1456267" y="88900"/>
                    <a:pt x="1467001" y="100352"/>
                    <a:pt x="1473200" y="114300"/>
                  </a:cubicBezTo>
                  <a:cubicBezTo>
                    <a:pt x="1484074" y="138766"/>
                    <a:pt x="1498600" y="190500"/>
                    <a:pt x="1498600" y="190500"/>
                  </a:cubicBezTo>
                  <a:cubicBezTo>
                    <a:pt x="1494367" y="228600"/>
                    <a:pt x="1495197" y="267610"/>
                    <a:pt x="1485900" y="304800"/>
                  </a:cubicBezTo>
                  <a:cubicBezTo>
                    <a:pt x="1482198" y="319608"/>
                    <a:pt x="1467326" y="329248"/>
                    <a:pt x="1460500" y="342900"/>
                  </a:cubicBezTo>
                  <a:cubicBezTo>
                    <a:pt x="1454513" y="354874"/>
                    <a:pt x="1456019" y="370433"/>
                    <a:pt x="1447800" y="381000"/>
                  </a:cubicBezTo>
                  <a:cubicBezTo>
                    <a:pt x="1425747" y="409354"/>
                    <a:pt x="1397000" y="431800"/>
                    <a:pt x="1371600" y="457200"/>
                  </a:cubicBezTo>
                  <a:cubicBezTo>
                    <a:pt x="1358900" y="469900"/>
                    <a:pt x="1350539" y="489620"/>
                    <a:pt x="1333500" y="495300"/>
                  </a:cubicBezTo>
                  <a:cubicBezTo>
                    <a:pt x="1320800" y="499533"/>
                    <a:pt x="1307102" y="501499"/>
                    <a:pt x="1295400" y="508000"/>
                  </a:cubicBezTo>
                  <a:cubicBezTo>
                    <a:pt x="1268715" y="522825"/>
                    <a:pt x="1248160" y="549147"/>
                    <a:pt x="1219200" y="558800"/>
                  </a:cubicBezTo>
                  <a:cubicBezTo>
                    <a:pt x="1206500" y="563033"/>
                    <a:pt x="1193074" y="565513"/>
                    <a:pt x="1181100" y="571500"/>
                  </a:cubicBezTo>
                  <a:cubicBezTo>
                    <a:pt x="1167448" y="578326"/>
                    <a:pt x="1156652" y="590074"/>
                    <a:pt x="1143000" y="596900"/>
                  </a:cubicBezTo>
                  <a:cubicBezTo>
                    <a:pt x="1121660" y="607570"/>
                    <a:pt x="1074445" y="616196"/>
                    <a:pt x="1054100" y="622300"/>
                  </a:cubicBezTo>
                  <a:cubicBezTo>
                    <a:pt x="1028455" y="629993"/>
                    <a:pt x="1003300" y="639233"/>
                    <a:pt x="977900" y="647700"/>
                  </a:cubicBezTo>
                  <a:lnTo>
                    <a:pt x="939800" y="660400"/>
                  </a:lnTo>
                  <a:lnTo>
                    <a:pt x="457200" y="647700"/>
                  </a:lnTo>
                  <a:cubicBezTo>
                    <a:pt x="337736" y="642270"/>
                    <a:pt x="419146" y="643487"/>
                    <a:pt x="342900" y="609600"/>
                  </a:cubicBezTo>
                  <a:cubicBezTo>
                    <a:pt x="318434" y="598726"/>
                    <a:pt x="292100" y="592667"/>
                    <a:pt x="266700" y="584200"/>
                  </a:cubicBezTo>
                  <a:lnTo>
                    <a:pt x="228600" y="571500"/>
                  </a:lnTo>
                  <a:cubicBezTo>
                    <a:pt x="171794" y="486291"/>
                    <a:pt x="238712" y="569775"/>
                    <a:pt x="165100" y="520700"/>
                  </a:cubicBezTo>
                  <a:cubicBezTo>
                    <a:pt x="150156" y="510737"/>
                    <a:pt x="122767" y="457200"/>
                    <a:pt x="114300" y="444500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5" name="타원 24"/>
          <p:cNvSpPr/>
          <p:nvPr/>
        </p:nvSpPr>
        <p:spPr>
          <a:xfrm>
            <a:off x="6958456" y="3049205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8902672" y="3048570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/>
          <p:cNvSpPr/>
          <p:nvPr/>
        </p:nvSpPr>
        <p:spPr>
          <a:xfrm>
            <a:off x="6958456" y="4863273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타원 27"/>
          <p:cNvSpPr/>
          <p:nvPr/>
        </p:nvSpPr>
        <p:spPr>
          <a:xfrm>
            <a:off x="8902672" y="4862638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9" name="직선 연결선 28"/>
          <p:cNvCxnSpPr>
            <a:stCxn id="25" idx="4"/>
            <a:endCxn id="27" idx="0"/>
          </p:cNvCxnSpPr>
          <p:nvPr/>
        </p:nvCxnSpPr>
        <p:spPr>
          <a:xfrm>
            <a:off x="7066468" y="3296587"/>
            <a:ext cx="0" cy="156668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연결선 29"/>
          <p:cNvCxnSpPr>
            <a:stCxn id="25" idx="6"/>
            <a:endCxn id="26" idx="2"/>
          </p:cNvCxnSpPr>
          <p:nvPr/>
        </p:nvCxnSpPr>
        <p:spPr>
          <a:xfrm flipV="1">
            <a:off x="7174480" y="3172262"/>
            <a:ext cx="1728192" cy="63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>
            <a:stCxn id="26" idx="4"/>
            <a:endCxn id="28" idx="0"/>
          </p:cNvCxnSpPr>
          <p:nvPr/>
        </p:nvCxnSpPr>
        <p:spPr>
          <a:xfrm>
            <a:off x="9010684" y="3295952"/>
            <a:ext cx="0" cy="156668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>
            <a:stCxn id="27" idx="6"/>
            <a:endCxn id="28" idx="2"/>
          </p:cNvCxnSpPr>
          <p:nvPr/>
        </p:nvCxnSpPr>
        <p:spPr>
          <a:xfrm flipV="1">
            <a:off x="7174480" y="4986330"/>
            <a:ext cx="1728192" cy="63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연결선 32"/>
          <p:cNvCxnSpPr>
            <a:stCxn id="27" idx="7"/>
            <a:endCxn id="26" idx="3"/>
          </p:cNvCxnSpPr>
          <p:nvPr/>
        </p:nvCxnSpPr>
        <p:spPr>
          <a:xfrm flipV="1">
            <a:off x="7142844" y="3259725"/>
            <a:ext cx="1791464" cy="163977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6499780" y="2557343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9780" y="2557343"/>
                <a:ext cx="50405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480544" y="5077757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0544" y="5077757"/>
                <a:ext cx="504056" cy="523220"/>
              </a:xfrm>
              <a:prstGeom prst="rect">
                <a:avLst/>
              </a:prstGeom>
              <a:blipFill>
                <a:blip r:embed="rId3"/>
                <a:stretch>
                  <a:fillRect r="-759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8965570" y="2557343"/>
                <a:ext cx="12542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ko-KR" sz="28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65570" y="2557343"/>
                <a:ext cx="125421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9088620" y="5026679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8620" y="5026679"/>
                <a:ext cx="50405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타원 38"/>
          <p:cNvSpPr/>
          <p:nvPr/>
        </p:nvSpPr>
        <p:spPr>
          <a:xfrm>
            <a:off x="2519241" y="2965191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4852474" y="2965191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/>
        </p:nvSpPr>
        <p:spPr>
          <a:xfrm>
            <a:off x="2519241" y="5102953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4852474" y="5102953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202190" y="2420888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190" y="2420888"/>
                <a:ext cx="504056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2202190" y="5253824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2190" y="5253824"/>
                <a:ext cx="504056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494309" y="2420888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309" y="2420888"/>
                <a:ext cx="50405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4494309" y="5241155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309" y="5241155"/>
                <a:ext cx="50405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자유형 46"/>
          <p:cNvSpPr/>
          <p:nvPr/>
        </p:nvSpPr>
        <p:spPr>
          <a:xfrm>
            <a:off x="2641600" y="1460392"/>
            <a:ext cx="4394200" cy="1574909"/>
          </a:xfrm>
          <a:custGeom>
            <a:avLst/>
            <a:gdLst>
              <a:gd name="connsiteX0" fmla="*/ 0 w 4394200"/>
              <a:gd name="connsiteY0" fmla="*/ 1511409 h 1574909"/>
              <a:gd name="connsiteX1" fmla="*/ 2679700 w 4394200"/>
              <a:gd name="connsiteY1" fmla="*/ 109 h 1574909"/>
              <a:gd name="connsiteX2" fmla="*/ 4394200 w 4394200"/>
              <a:gd name="connsiteY2" fmla="*/ 1574909 h 1574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94200" h="1574909">
                <a:moveTo>
                  <a:pt x="0" y="1511409"/>
                </a:moveTo>
                <a:cubicBezTo>
                  <a:pt x="973666" y="750467"/>
                  <a:pt x="1947333" y="-10474"/>
                  <a:pt x="2679700" y="109"/>
                </a:cubicBezTo>
                <a:cubicBezTo>
                  <a:pt x="3412067" y="10692"/>
                  <a:pt x="3903133" y="792800"/>
                  <a:pt x="4394200" y="1574909"/>
                </a:cubicBezTo>
              </a:path>
            </a:pathLst>
          </a:custGeom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자유형 47"/>
          <p:cNvSpPr/>
          <p:nvPr/>
        </p:nvSpPr>
        <p:spPr>
          <a:xfrm>
            <a:off x="5029200" y="1828660"/>
            <a:ext cx="3962400" cy="1219341"/>
          </a:xfrm>
          <a:custGeom>
            <a:avLst/>
            <a:gdLst>
              <a:gd name="connsiteX0" fmla="*/ 0 w 3962400"/>
              <a:gd name="connsiteY0" fmla="*/ 1155841 h 1219341"/>
              <a:gd name="connsiteX1" fmla="*/ 3175000 w 3962400"/>
              <a:gd name="connsiteY1" fmla="*/ 141 h 1219341"/>
              <a:gd name="connsiteX2" fmla="*/ 3962400 w 3962400"/>
              <a:gd name="connsiteY2" fmla="*/ 1219341 h 1219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62400" h="1219341">
                <a:moveTo>
                  <a:pt x="0" y="1155841"/>
                </a:moveTo>
                <a:cubicBezTo>
                  <a:pt x="1257300" y="572699"/>
                  <a:pt x="2514600" y="-10442"/>
                  <a:pt x="3175000" y="141"/>
                </a:cubicBezTo>
                <a:cubicBezTo>
                  <a:pt x="3835400" y="10724"/>
                  <a:pt x="3898900" y="615032"/>
                  <a:pt x="3962400" y="1219341"/>
                </a:cubicBezTo>
              </a:path>
            </a:pathLst>
          </a:custGeom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자유형 48"/>
          <p:cNvSpPr/>
          <p:nvPr/>
        </p:nvSpPr>
        <p:spPr>
          <a:xfrm>
            <a:off x="2603500" y="4533975"/>
            <a:ext cx="4381500" cy="2006913"/>
          </a:xfrm>
          <a:custGeom>
            <a:avLst/>
            <a:gdLst>
              <a:gd name="connsiteX0" fmla="*/ 0 w 4381500"/>
              <a:gd name="connsiteY0" fmla="*/ 800026 h 2006913"/>
              <a:gd name="connsiteX1" fmla="*/ 2578100 w 4381500"/>
              <a:gd name="connsiteY1" fmla="*/ 1993826 h 2006913"/>
              <a:gd name="connsiteX2" fmla="*/ 3454400 w 4381500"/>
              <a:gd name="connsiteY2" fmla="*/ 114226 h 2006913"/>
              <a:gd name="connsiteX3" fmla="*/ 4381500 w 4381500"/>
              <a:gd name="connsiteY3" fmla="*/ 368226 h 20069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81500" h="2006913">
                <a:moveTo>
                  <a:pt x="0" y="800026"/>
                </a:moveTo>
                <a:cubicBezTo>
                  <a:pt x="1001183" y="1454076"/>
                  <a:pt x="2002367" y="2108126"/>
                  <a:pt x="2578100" y="1993826"/>
                </a:cubicBezTo>
                <a:cubicBezTo>
                  <a:pt x="3153833" y="1879526"/>
                  <a:pt x="3153833" y="385159"/>
                  <a:pt x="3454400" y="114226"/>
                </a:cubicBezTo>
                <a:cubicBezTo>
                  <a:pt x="3754967" y="-156707"/>
                  <a:pt x="4068233" y="105759"/>
                  <a:pt x="4381500" y="368226"/>
                </a:cubicBezTo>
              </a:path>
            </a:pathLst>
          </a:custGeom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자유형 49"/>
          <p:cNvSpPr/>
          <p:nvPr/>
        </p:nvSpPr>
        <p:spPr>
          <a:xfrm>
            <a:off x="5016500" y="5118101"/>
            <a:ext cx="4098510" cy="1410859"/>
          </a:xfrm>
          <a:custGeom>
            <a:avLst/>
            <a:gdLst>
              <a:gd name="connsiteX0" fmla="*/ 0 w 4098510"/>
              <a:gd name="connsiteY0" fmla="*/ 190500 h 1410859"/>
              <a:gd name="connsiteX1" fmla="*/ 3581400 w 4098510"/>
              <a:gd name="connsiteY1" fmla="*/ 1409700 h 1410859"/>
              <a:gd name="connsiteX2" fmla="*/ 4000500 w 4098510"/>
              <a:gd name="connsiteY2" fmla="*/ 0 h 14108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98510" h="1410859">
                <a:moveTo>
                  <a:pt x="0" y="190500"/>
                </a:moveTo>
                <a:cubicBezTo>
                  <a:pt x="1457325" y="815975"/>
                  <a:pt x="2914650" y="1441450"/>
                  <a:pt x="3581400" y="1409700"/>
                </a:cubicBezTo>
                <a:cubicBezTo>
                  <a:pt x="4248150" y="1377950"/>
                  <a:pt x="4124325" y="688975"/>
                  <a:pt x="4000500" y="0"/>
                </a:cubicBezTo>
              </a:path>
            </a:pathLst>
          </a:custGeom>
          <a:ln>
            <a:solidFill>
              <a:srgbClr val="FF0000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358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그룹 28"/>
          <p:cNvGrpSpPr/>
          <p:nvPr/>
        </p:nvGrpSpPr>
        <p:grpSpPr>
          <a:xfrm>
            <a:off x="5098257" y="2993101"/>
            <a:ext cx="1936575" cy="1814703"/>
            <a:chOff x="1187624" y="4080248"/>
            <a:chExt cx="2448272" cy="1944216"/>
          </a:xfrm>
        </p:grpSpPr>
        <p:sp>
          <p:nvSpPr>
            <p:cNvPr id="30" name="직사각형 29"/>
            <p:cNvSpPr/>
            <p:nvPr/>
          </p:nvSpPr>
          <p:spPr>
            <a:xfrm>
              <a:off x="1187624" y="4080248"/>
              <a:ext cx="2448272" cy="19442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타원 30"/>
            <p:cNvSpPr/>
            <p:nvPr/>
          </p:nvSpPr>
          <p:spPr>
            <a:xfrm>
              <a:off x="1717564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/>
            <p:cNvSpPr/>
            <p:nvPr/>
          </p:nvSpPr>
          <p:spPr>
            <a:xfrm>
              <a:off x="2771800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자유형 32"/>
            <p:cNvSpPr/>
            <p:nvPr/>
          </p:nvSpPr>
          <p:spPr>
            <a:xfrm>
              <a:off x="1646932" y="5076032"/>
              <a:ext cx="1498600" cy="660400"/>
            </a:xfrm>
            <a:custGeom>
              <a:avLst/>
              <a:gdLst>
                <a:gd name="connsiteX0" fmla="*/ 114300 w 1498600"/>
                <a:gd name="connsiteY0" fmla="*/ 444500 h 660400"/>
                <a:gd name="connsiteX1" fmla="*/ 114300 w 1498600"/>
                <a:gd name="connsiteY1" fmla="*/ 444500 h 660400"/>
                <a:gd name="connsiteX2" fmla="*/ 25400 w 1498600"/>
                <a:gd name="connsiteY2" fmla="*/ 317500 h 660400"/>
                <a:gd name="connsiteX3" fmla="*/ 0 w 1498600"/>
                <a:gd name="connsiteY3" fmla="*/ 241300 h 660400"/>
                <a:gd name="connsiteX4" fmla="*/ 12700 w 1498600"/>
                <a:gd name="connsiteY4" fmla="*/ 88900 h 660400"/>
                <a:gd name="connsiteX5" fmla="*/ 25400 w 1498600"/>
                <a:gd name="connsiteY5" fmla="*/ 50800 h 660400"/>
                <a:gd name="connsiteX6" fmla="*/ 76200 w 1498600"/>
                <a:gd name="connsiteY6" fmla="*/ 12700 h 660400"/>
                <a:gd name="connsiteX7" fmla="*/ 114300 w 1498600"/>
                <a:gd name="connsiteY7" fmla="*/ 0 h 660400"/>
                <a:gd name="connsiteX8" fmla="*/ 203200 w 1498600"/>
                <a:gd name="connsiteY8" fmla="*/ 50800 h 660400"/>
                <a:gd name="connsiteX9" fmla="*/ 241300 w 1498600"/>
                <a:gd name="connsiteY9" fmla="*/ 63500 h 660400"/>
                <a:gd name="connsiteX10" fmla="*/ 317500 w 1498600"/>
                <a:gd name="connsiteY10" fmla="*/ 114300 h 660400"/>
                <a:gd name="connsiteX11" fmla="*/ 393700 w 1498600"/>
                <a:gd name="connsiteY11" fmla="*/ 139700 h 660400"/>
                <a:gd name="connsiteX12" fmla="*/ 444500 w 1498600"/>
                <a:gd name="connsiteY12" fmla="*/ 165100 h 660400"/>
                <a:gd name="connsiteX13" fmla="*/ 584200 w 1498600"/>
                <a:gd name="connsiteY13" fmla="*/ 203200 h 660400"/>
                <a:gd name="connsiteX14" fmla="*/ 787400 w 1498600"/>
                <a:gd name="connsiteY14" fmla="*/ 177800 h 660400"/>
                <a:gd name="connsiteX15" fmla="*/ 863600 w 1498600"/>
                <a:gd name="connsiteY15" fmla="*/ 139700 h 660400"/>
                <a:gd name="connsiteX16" fmla="*/ 952500 w 1498600"/>
                <a:gd name="connsiteY16" fmla="*/ 114300 h 660400"/>
                <a:gd name="connsiteX17" fmla="*/ 1003300 w 1498600"/>
                <a:gd name="connsiteY17" fmla="*/ 76200 h 660400"/>
                <a:gd name="connsiteX18" fmla="*/ 1041400 w 1498600"/>
                <a:gd name="connsiteY18" fmla="*/ 63500 h 660400"/>
                <a:gd name="connsiteX19" fmla="*/ 1079500 w 1498600"/>
                <a:gd name="connsiteY19" fmla="*/ 38100 h 660400"/>
                <a:gd name="connsiteX20" fmla="*/ 1155700 w 1498600"/>
                <a:gd name="connsiteY20" fmla="*/ 0 h 660400"/>
                <a:gd name="connsiteX21" fmla="*/ 1371600 w 1498600"/>
                <a:gd name="connsiteY21" fmla="*/ 12700 h 660400"/>
                <a:gd name="connsiteX22" fmla="*/ 1409700 w 1498600"/>
                <a:gd name="connsiteY22" fmla="*/ 50800 h 660400"/>
                <a:gd name="connsiteX23" fmla="*/ 1447800 w 1498600"/>
                <a:gd name="connsiteY23" fmla="*/ 76200 h 660400"/>
                <a:gd name="connsiteX24" fmla="*/ 1473200 w 1498600"/>
                <a:gd name="connsiteY24" fmla="*/ 114300 h 660400"/>
                <a:gd name="connsiteX25" fmla="*/ 1498600 w 1498600"/>
                <a:gd name="connsiteY25" fmla="*/ 190500 h 660400"/>
                <a:gd name="connsiteX26" fmla="*/ 1485900 w 1498600"/>
                <a:gd name="connsiteY26" fmla="*/ 304800 h 660400"/>
                <a:gd name="connsiteX27" fmla="*/ 1460500 w 1498600"/>
                <a:gd name="connsiteY27" fmla="*/ 342900 h 660400"/>
                <a:gd name="connsiteX28" fmla="*/ 1447800 w 1498600"/>
                <a:gd name="connsiteY28" fmla="*/ 381000 h 660400"/>
                <a:gd name="connsiteX29" fmla="*/ 1371600 w 1498600"/>
                <a:gd name="connsiteY29" fmla="*/ 457200 h 660400"/>
                <a:gd name="connsiteX30" fmla="*/ 1333500 w 1498600"/>
                <a:gd name="connsiteY30" fmla="*/ 495300 h 660400"/>
                <a:gd name="connsiteX31" fmla="*/ 1295400 w 1498600"/>
                <a:gd name="connsiteY31" fmla="*/ 508000 h 660400"/>
                <a:gd name="connsiteX32" fmla="*/ 1219200 w 1498600"/>
                <a:gd name="connsiteY32" fmla="*/ 558800 h 660400"/>
                <a:gd name="connsiteX33" fmla="*/ 1181100 w 1498600"/>
                <a:gd name="connsiteY33" fmla="*/ 571500 h 660400"/>
                <a:gd name="connsiteX34" fmla="*/ 1143000 w 1498600"/>
                <a:gd name="connsiteY34" fmla="*/ 596900 h 660400"/>
                <a:gd name="connsiteX35" fmla="*/ 1054100 w 1498600"/>
                <a:gd name="connsiteY35" fmla="*/ 622300 h 660400"/>
                <a:gd name="connsiteX36" fmla="*/ 977900 w 1498600"/>
                <a:gd name="connsiteY36" fmla="*/ 647700 h 660400"/>
                <a:gd name="connsiteX37" fmla="*/ 939800 w 1498600"/>
                <a:gd name="connsiteY37" fmla="*/ 660400 h 660400"/>
                <a:gd name="connsiteX38" fmla="*/ 457200 w 1498600"/>
                <a:gd name="connsiteY38" fmla="*/ 647700 h 660400"/>
                <a:gd name="connsiteX39" fmla="*/ 342900 w 1498600"/>
                <a:gd name="connsiteY39" fmla="*/ 609600 h 660400"/>
                <a:gd name="connsiteX40" fmla="*/ 266700 w 1498600"/>
                <a:gd name="connsiteY40" fmla="*/ 584200 h 660400"/>
                <a:gd name="connsiteX41" fmla="*/ 228600 w 1498600"/>
                <a:gd name="connsiteY41" fmla="*/ 571500 h 660400"/>
                <a:gd name="connsiteX42" fmla="*/ 165100 w 1498600"/>
                <a:gd name="connsiteY42" fmla="*/ 520700 h 660400"/>
                <a:gd name="connsiteX43" fmla="*/ 114300 w 1498600"/>
                <a:gd name="connsiteY43" fmla="*/ 4445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8600" h="660400">
                  <a:moveTo>
                    <a:pt x="114300" y="444500"/>
                  </a:moveTo>
                  <a:lnTo>
                    <a:pt x="114300" y="444500"/>
                  </a:lnTo>
                  <a:cubicBezTo>
                    <a:pt x="84667" y="402167"/>
                    <a:pt x="41741" y="366523"/>
                    <a:pt x="25400" y="317500"/>
                  </a:cubicBezTo>
                  <a:lnTo>
                    <a:pt x="0" y="241300"/>
                  </a:lnTo>
                  <a:cubicBezTo>
                    <a:pt x="4233" y="190500"/>
                    <a:pt x="5963" y="139429"/>
                    <a:pt x="12700" y="88900"/>
                  </a:cubicBezTo>
                  <a:cubicBezTo>
                    <a:pt x="14469" y="75630"/>
                    <a:pt x="16830" y="61084"/>
                    <a:pt x="25400" y="50800"/>
                  </a:cubicBezTo>
                  <a:cubicBezTo>
                    <a:pt x="38951" y="34539"/>
                    <a:pt x="57822" y="23202"/>
                    <a:pt x="76200" y="12700"/>
                  </a:cubicBezTo>
                  <a:cubicBezTo>
                    <a:pt x="87823" y="6058"/>
                    <a:pt x="101600" y="4233"/>
                    <a:pt x="114300" y="0"/>
                  </a:cubicBezTo>
                  <a:cubicBezTo>
                    <a:pt x="221741" y="26860"/>
                    <a:pt x="112404" y="-9731"/>
                    <a:pt x="203200" y="50800"/>
                  </a:cubicBezTo>
                  <a:cubicBezTo>
                    <a:pt x="214339" y="58226"/>
                    <a:pt x="229598" y="56999"/>
                    <a:pt x="241300" y="63500"/>
                  </a:cubicBezTo>
                  <a:cubicBezTo>
                    <a:pt x="267985" y="78325"/>
                    <a:pt x="288540" y="104647"/>
                    <a:pt x="317500" y="114300"/>
                  </a:cubicBezTo>
                  <a:cubicBezTo>
                    <a:pt x="342900" y="122767"/>
                    <a:pt x="369753" y="127726"/>
                    <a:pt x="393700" y="139700"/>
                  </a:cubicBezTo>
                  <a:cubicBezTo>
                    <a:pt x="410633" y="148167"/>
                    <a:pt x="426922" y="158069"/>
                    <a:pt x="444500" y="165100"/>
                  </a:cubicBezTo>
                  <a:cubicBezTo>
                    <a:pt x="508952" y="190881"/>
                    <a:pt x="520427" y="190445"/>
                    <a:pt x="584200" y="203200"/>
                  </a:cubicBezTo>
                  <a:cubicBezTo>
                    <a:pt x="670952" y="195313"/>
                    <a:pt x="712417" y="196546"/>
                    <a:pt x="787400" y="177800"/>
                  </a:cubicBezTo>
                  <a:cubicBezTo>
                    <a:pt x="851244" y="161839"/>
                    <a:pt x="801519" y="170740"/>
                    <a:pt x="863600" y="139700"/>
                  </a:cubicBezTo>
                  <a:cubicBezTo>
                    <a:pt x="881820" y="130590"/>
                    <a:pt x="936224" y="118369"/>
                    <a:pt x="952500" y="114300"/>
                  </a:cubicBezTo>
                  <a:cubicBezTo>
                    <a:pt x="969433" y="101600"/>
                    <a:pt x="984922" y="86702"/>
                    <a:pt x="1003300" y="76200"/>
                  </a:cubicBezTo>
                  <a:cubicBezTo>
                    <a:pt x="1014923" y="69558"/>
                    <a:pt x="1029426" y="69487"/>
                    <a:pt x="1041400" y="63500"/>
                  </a:cubicBezTo>
                  <a:cubicBezTo>
                    <a:pt x="1055052" y="56674"/>
                    <a:pt x="1065848" y="44926"/>
                    <a:pt x="1079500" y="38100"/>
                  </a:cubicBezTo>
                  <a:cubicBezTo>
                    <a:pt x="1184660" y="-14480"/>
                    <a:pt x="1046511" y="72793"/>
                    <a:pt x="1155700" y="0"/>
                  </a:cubicBezTo>
                  <a:cubicBezTo>
                    <a:pt x="1227667" y="4233"/>
                    <a:pt x="1300909" y="-1438"/>
                    <a:pt x="1371600" y="12700"/>
                  </a:cubicBezTo>
                  <a:cubicBezTo>
                    <a:pt x="1389212" y="16222"/>
                    <a:pt x="1395902" y="39302"/>
                    <a:pt x="1409700" y="50800"/>
                  </a:cubicBezTo>
                  <a:cubicBezTo>
                    <a:pt x="1421426" y="60571"/>
                    <a:pt x="1435100" y="67733"/>
                    <a:pt x="1447800" y="76200"/>
                  </a:cubicBezTo>
                  <a:cubicBezTo>
                    <a:pt x="1456267" y="88900"/>
                    <a:pt x="1467001" y="100352"/>
                    <a:pt x="1473200" y="114300"/>
                  </a:cubicBezTo>
                  <a:cubicBezTo>
                    <a:pt x="1484074" y="138766"/>
                    <a:pt x="1498600" y="190500"/>
                    <a:pt x="1498600" y="190500"/>
                  </a:cubicBezTo>
                  <a:cubicBezTo>
                    <a:pt x="1494367" y="228600"/>
                    <a:pt x="1495197" y="267610"/>
                    <a:pt x="1485900" y="304800"/>
                  </a:cubicBezTo>
                  <a:cubicBezTo>
                    <a:pt x="1482198" y="319608"/>
                    <a:pt x="1467326" y="329248"/>
                    <a:pt x="1460500" y="342900"/>
                  </a:cubicBezTo>
                  <a:cubicBezTo>
                    <a:pt x="1454513" y="354874"/>
                    <a:pt x="1456019" y="370433"/>
                    <a:pt x="1447800" y="381000"/>
                  </a:cubicBezTo>
                  <a:cubicBezTo>
                    <a:pt x="1425747" y="409354"/>
                    <a:pt x="1397000" y="431800"/>
                    <a:pt x="1371600" y="457200"/>
                  </a:cubicBezTo>
                  <a:cubicBezTo>
                    <a:pt x="1358900" y="469900"/>
                    <a:pt x="1350539" y="489620"/>
                    <a:pt x="1333500" y="495300"/>
                  </a:cubicBezTo>
                  <a:cubicBezTo>
                    <a:pt x="1320800" y="499533"/>
                    <a:pt x="1307102" y="501499"/>
                    <a:pt x="1295400" y="508000"/>
                  </a:cubicBezTo>
                  <a:cubicBezTo>
                    <a:pt x="1268715" y="522825"/>
                    <a:pt x="1248160" y="549147"/>
                    <a:pt x="1219200" y="558800"/>
                  </a:cubicBezTo>
                  <a:cubicBezTo>
                    <a:pt x="1206500" y="563033"/>
                    <a:pt x="1193074" y="565513"/>
                    <a:pt x="1181100" y="571500"/>
                  </a:cubicBezTo>
                  <a:cubicBezTo>
                    <a:pt x="1167448" y="578326"/>
                    <a:pt x="1156652" y="590074"/>
                    <a:pt x="1143000" y="596900"/>
                  </a:cubicBezTo>
                  <a:cubicBezTo>
                    <a:pt x="1121660" y="607570"/>
                    <a:pt x="1074445" y="616196"/>
                    <a:pt x="1054100" y="622300"/>
                  </a:cubicBezTo>
                  <a:cubicBezTo>
                    <a:pt x="1028455" y="629993"/>
                    <a:pt x="1003300" y="639233"/>
                    <a:pt x="977900" y="647700"/>
                  </a:cubicBezTo>
                  <a:lnTo>
                    <a:pt x="939800" y="660400"/>
                  </a:lnTo>
                  <a:lnTo>
                    <a:pt x="457200" y="647700"/>
                  </a:lnTo>
                  <a:cubicBezTo>
                    <a:pt x="337736" y="642270"/>
                    <a:pt x="419146" y="643487"/>
                    <a:pt x="342900" y="609600"/>
                  </a:cubicBezTo>
                  <a:cubicBezTo>
                    <a:pt x="318434" y="598726"/>
                    <a:pt x="292100" y="592667"/>
                    <a:pt x="266700" y="584200"/>
                  </a:cubicBezTo>
                  <a:lnTo>
                    <a:pt x="228600" y="571500"/>
                  </a:lnTo>
                  <a:cubicBezTo>
                    <a:pt x="171794" y="486291"/>
                    <a:pt x="238712" y="569775"/>
                    <a:pt x="165100" y="520700"/>
                  </a:cubicBezTo>
                  <a:cubicBezTo>
                    <a:pt x="150156" y="510737"/>
                    <a:pt x="122767" y="457200"/>
                    <a:pt x="114300" y="444500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16" name="타원 15"/>
          <p:cNvSpPr/>
          <p:nvPr/>
        </p:nvSpPr>
        <p:spPr>
          <a:xfrm>
            <a:off x="4982604" y="2870044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6926820" y="2869409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타원 17"/>
          <p:cNvSpPr/>
          <p:nvPr/>
        </p:nvSpPr>
        <p:spPr>
          <a:xfrm>
            <a:off x="4982604" y="4684112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/>
          <p:cNvSpPr/>
          <p:nvPr/>
        </p:nvSpPr>
        <p:spPr>
          <a:xfrm>
            <a:off x="6926820" y="4683477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0" name="직선 연결선 19"/>
          <p:cNvCxnSpPr>
            <a:stCxn id="16" idx="4"/>
            <a:endCxn id="18" idx="0"/>
          </p:cNvCxnSpPr>
          <p:nvPr/>
        </p:nvCxnSpPr>
        <p:spPr>
          <a:xfrm>
            <a:off x="5090616" y="3117426"/>
            <a:ext cx="0" cy="156668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16" idx="6"/>
            <a:endCxn id="17" idx="2"/>
          </p:cNvCxnSpPr>
          <p:nvPr/>
        </p:nvCxnSpPr>
        <p:spPr>
          <a:xfrm flipV="1">
            <a:off x="5198628" y="2993101"/>
            <a:ext cx="1728192" cy="63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7" idx="4"/>
            <a:endCxn id="19" idx="0"/>
          </p:cNvCxnSpPr>
          <p:nvPr/>
        </p:nvCxnSpPr>
        <p:spPr>
          <a:xfrm>
            <a:off x="7034832" y="3116791"/>
            <a:ext cx="0" cy="156668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/>
          <p:cNvCxnSpPr>
            <a:stCxn id="18" idx="6"/>
            <a:endCxn id="19" idx="2"/>
          </p:cNvCxnSpPr>
          <p:nvPr/>
        </p:nvCxnSpPr>
        <p:spPr>
          <a:xfrm flipV="1">
            <a:off x="5198628" y="4807169"/>
            <a:ext cx="1728192" cy="63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/>
          <p:cNvCxnSpPr>
            <a:stCxn id="18" idx="7"/>
            <a:endCxn id="17" idx="3"/>
          </p:cNvCxnSpPr>
          <p:nvPr/>
        </p:nvCxnSpPr>
        <p:spPr>
          <a:xfrm flipV="1">
            <a:off x="5166992" y="3080564"/>
            <a:ext cx="1791464" cy="163977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523928" y="2378182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3928" y="2378182"/>
                <a:ext cx="504056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504692" y="4898596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4692" y="4898596"/>
                <a:ext cx="504056" cy="523220"/>
              </a:xfrm>
              <a:prstGeom prst="rect">
                <a:avLst/>
              </a:prstGeom>
              <a:blipFill>
                <a:blip r:embed="rId3"/>
                <a:stretch>
                  <a:fillRect r="-759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989718" y="2378182"/>
                <a:ext cx="12542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ko-KR" sz="28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9718" y="2378182"/>
                <a:ext cx="125421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112768" y="4847518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768" y="4847518"/>
                <a:ext cx="504056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13120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12" name="내용 개체 틀 11"/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854885"/>
          </a:xfrm>
        </p:spPr>
        <p:txBody>
          <a:bodyPr/>
          <a:lstStyle/>
          <a:p>
            <a:r>
              <a:rPr lang="ko-KR" altLang="en-US" dirty="0" err="1"/>
              <a:t>텍스쳐</a:t>
            </a:r>
            <a:r>
              <a:rPr lang="en-US" altLang="ko-KR" dirty="0"/>
              <a:t> </a:t>
            </a:r>
            <a:r>
              <a:rPr lang="ko-KR" altLang="en-US" dirty="0"/>
              <a:t>샘플링은 어느 단계에서 이루어 질까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2135264" y="3501008"/>
            <a:ext cx="1410821" cy="12241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Vertex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3712832" y="3501008"/>
            <a:ext cx="1410821" cy="122413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Primitive Assembly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5282647" y="3501008"/>
            <a:ext cx="1753365" cy="122413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Rasterization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Interpolation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7203866" y="3501008"/>
            <a:ext cx="1402176" cy="12241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Fragment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8766289" y="3501008"/>
            <a:ext cx="1402176" cy="122413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 Buffer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3565134" y="3861048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5134813" y="3861048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오른쪽 화살표 9"/>
          <p:cNvSpPr/>
          <p:nvPr/>
        </p:nvSpPr>
        <p:spPr>
          <a:xfrm>
            <a:off x="7055061" y="3861048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오른쪽 화살표 10"/>
          <p:cNvSpPr/>
          <p:nvPr/>
        </p:nvSpPr>
        <p:spPr>
          <a:xfrm>
            <a:off x="8615566" y="3861048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28603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2134967" y="2276872"/>
            <a:ext cx="1410821" cy="12241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Vertex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3712535" y="2276872"/>
            <a:ext cx="1410821" cy="122413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Primitive Assembly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5282350" y="2276872"/>
            <a:ext cx="1753365" cy="122413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Rasterization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Interpolation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7203569" y="2276872"/>
            <a:ext cx="1402176" cy="12241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Fragment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8765992" y="2276872"/>
            <a:ext cx="1402176" cy="122413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 Buffer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3564837" y="2636912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5134516" y="2636912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오른쪽 화살표 9"/>
          <p:cNvSpPr/>
          <p:nvPr/>
        </p:nvSpPr>
        <p:spPr>
          <a:xfrm>
            <a:off x="7054764" y="2636912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오른쪽 화살표 10"/>
          <p:cNvSpPr/>
          <p:nvPr/>
        </p:nvSpPr>
        <p:spPr>
          <a:xfrm>
            <a:off x="8615269" y="2636912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77124" y="5377378"/>
            <a:ext cx="2988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altLang="ko-KR" sz="2800" dirty="0"/>
              <a:t>Texture Sampling</a:t>
            </a:r>
            <a:endParaRPr lang="ko-KR" altLang="en-US" sz="2800" dirty="0"/>
          </a:p>
        </p:txBody>
      </p:sp>
      <p:sp>
        <p:nvSpPr>
          <p:cNvPr id="14" name="자유형 13"/>
          <p:cNvSpPr/>
          <p:nvPr/>
        </p:nvSpPr>
        <p:spPr>
          <a:xfrm>
            <a:off x="7175327" y="3505200"/>
            <a:ext cx="879777" cy="1917700"/>
          </a:xfrm>
          <a:custGeom>
            <a:avLst/>
            <a:gdLst>
              <a:gd name="connsiteX0" fmla="*/ 63674 w 879777"/>
              <a:gd name="connsiteY0" fmla="*/ 1866900 h 1917700"/>
              <a:gd name="connsiteX1" fmla="*/ 76374 w 879777"/>
              <a:gd name="connsiteY1" fmla="*/ 1816100 h 1917700"/>
              <a:gd name="connsiteX2" fmla="*/ 825674 w 879777"/>
              <a:gd name="connsiteY2" fmla="*/ 952500 h 1917700"/>
              <a:gd name="connsiteX3" fmla="*/ 762174 w 879777"/>
              <a:gd name="connsiteY3" fmla="*/ 0 h 191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777" h="1917700">
                <a:moveTo>
                  <a:pt x="63674" y="1866900"/>
                </a:moveTo>
                <a:cubicBezTo>
                  <a:pt x="6524" y="1917700"/>
                  <a:pt x="-50626" y="1968500"/>
                  <a:pt x="76374" y="1816100"/>
                </a:cubicBezTo>
                <a:cubicBezTo>
                  <a:pt x="203374" y="1663700"/>
                  <a:pt x="711374" y="1255183"/>
                  <a:pt x="825674" y="952500"/>
                </a:cubicBezTo>
                <a:cubicBezTo>
                  <a:pt x="939974" y="649817"/>
                  <a:pt x="851074" y="324908"/>
                  <a:pt x="762174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9807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3" name="모서리가 둥근 직사각형 2"/>
          <p:cNvSpPr/>
          <p:nvPr/>
        </p:nvSpPr>
        <p:spPr>
          <a:xfrm>
            <a:off x="2134967" y="2276872"/>
            <a:ext cx="1410821" cy="12241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Vertex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3712535" y="2276872"/>
            <a:ext cx="1410821" cy="122413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Primitive Assembly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5282350" y="2276872"/>
            <a:ext cx="1753365" cy="1224136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Rasterization</a:t>
            </a:r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Interpolation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모서리가 둥근 직사각형 5"/>
          <p:cNvSpPr/>
          <p:nvPr/>
        </p:nvSpPr>
        <p:spPr>
          <a:xfrm>
            <a:off x="7203569" y="2276872"/>
            <a:ext cx="1402176" cy="1224136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Fragment </a:t>
            </a:r>
            <a:r>
              <a:rPr lang="en-US" altLang="ko-KR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모서리가 둥근 직사각형 6"/>
          <p:cNvSpPr/>
          <p:nvPr/>
        </p:nvSpPr>
        <p:spPr>
          <a:xfrm>
            <a:off x="8765992" y="2276872"/>
            <a:ext cx="1402176" cy="1224136"/>
          </a:xfrm>
          <a:prstGeom prst="round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 Buffer</a:t>
            </a:r>
            <a:endParaRPr lang="ko-KR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오른쪽 화살표 7"/>
          <p:cNvSpPr/>
          <p:nvPr/>
        </p:nvSpPr>
        <p:spPr>
          <a:xfrm>
            <a:off x="3564837" y="2636912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오른쪽 화살표 8"/>
          <p:cNvSpPr/>
          <p:nvPr/>
        </p:nvSpPr>
        <p:spPr>
          <a:xfrm>
            <a:off x="5134516" y="2636912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오른쪽 화살표 9"/>
          <p:cNvSpPr/>
          <p:nvPr/>
        </p:nvSpPr>
        <p:spPr>
          <a:xfrm>
            <a:off x="7054764" y="2636912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오른쪽 화살표 10"/>
          <p:cNvSpPr/>
          <p:nvPr/>
        </p:nvSpPr>
        <p:spPr>
          <a:xfrm>
            <a:off x="8615269" y="2636912"/>
            <a:ext cx="148508" cy="504056"/>
          </a:xfrm>
          <a:prstGeom prst="right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765512" y="5377378"/>
            <a:ext cx="2988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en-US" altLang="ko-KR" sz="2800" dirty="0"/>
              <a:t>Texture Sampling</a:t>
            </a:r>
            <a:endParaRPr lang="ko-KR" altLang="en-US" sz="2800" dirty="0"/>
          </a:p>
        </p:txBody>
      </p:sp>
      <p:sp>
        <p:nvSpPr>
          <p:cNvPr id="14" name="자유형 13"/>
          <p:cNvSpPr/>
          <p:nvPr/>
        </p:nvSpPr>
        <p:spPr>
          <a:xfrm>
            <a:off x="7175327" y="3505200"/>
            <a:ext cx="879777" cy="1917700"/>
          </a:xfrm>
          <a:custGeom>
            <a:avLst/>
            <a:gdLst>
              <a:gd name="connsiteX0" fmla="*/ 63674 w 879777"/>
              <a:gd name="connsiteY0" fmla="*/ 1866900 h 1917700"/>
              <a:gd name="connsiteX1" fmla="*/ 76374 w 879777"/>
              <a:gd name="connsiteY1" fmla="*/ 1816100 h 1917700"/>
              <a:gd name="connsiteX2" fmla="*/ 825674 w 879777"/>
              <a:gd name="connsiteY2" fmla="*/ 952500 h 1917700"/>
              <a:gd name="connsiteX3" fmla="*/ 762174 w 879777"/>
              <a:gd name="connsiteY3" fmla="*/ 0 h 191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79777" h="1917700">
                <a:moveTo>
                  <a:pt x="63674" y="1866900"/>
                </a:moveTo>
                <a:cubicBezTo>
                  <a:pt x="6524" y="1917700"/>
                  <a:pt x="-50626" y="1968500"/>
                  <a:pt x="76374" y="1816100"/>
                </a:cubicBezTo>
                <a:cubicBezTo>
                  <a:pt x="203374" y="1663700"/>
                  <a:pt x="711374" y="1255183"/>
                  <a:pt x="825674" y="952500"/>
                </a:cubicBezTo>
                <a:cubicBezTo>
                  <a:pt x="939974" y="649817"/>
                  <a:pt x="851074" y="324908"/>
                  <a:pt x="762174" y="0"/>
                </a:cubicBezTo>
              </a:path>
            </a:pathLst>
          </a:cu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2134967" y="4077073"/>
            <a:ext cx="3630545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Sampling </a:t>
            </a:r>
            <a:r>
              <a:rPr lang="ko-KR" altLang="en-US" dirty="0"/>
              <a:t>을 위해선 </a:t>
            </a:r>
            <a:r>
              <a:rPr lang="ko-KR" altLang="en-US" dirty="0" err="1"/>
              <a:t>텍스쳐</a:t>
            </a:r>
            <a:r>
              <a:rPr lang="ko-KR" altLang="en-US" dirty="0"/>
              <a:t> 좌표가 필요하고 좌표를 얻기 위해선 버텍스 </a:t>
            </a:r>
            <a:r>
              <a:rPr lang="ko-KR" altLang="en-US" dirty="0" err="1"/>
              <a:t>셰이더로</a:t>
            </a:r>
            <a:r>
              <a:rPr lang="ko-KR" altLang="en-US" dirty="0"/>
              <a:t> 부터 받아야 함</a:t>
            </a:r>
            <a:endParaRPr lang="en-US" altLang="ko-KR" dirty="0"/>
          </a:p>
          <a:p>
            <a:pPr latinLnBrk="0"/>
            <a:endParaRPr lang="en-US" altLang="ko-KR" dirty="0"/>
          </a:p>
          <a:p>
            <a:pPr latinLnBrk="0"/>
            <a:r>
              <a:rPr lang="en-US" altLang="ko-KR" dirty="0">
                <a:sym typeface="Wingdings" pitchFamily="2" charset="2"/>
              </a:rPr>
              <a:t> </a:t>
            </a:r>
            <a:r>
              <a:rPr lang="en-US" altLang="ko-KR" sz="2800" dirty="0">
                <a:solidFill>
                  <a:srgbClr val="FF0000"/>
                </a:solidFill>
                <a:sym typeface="Wingdings" pitchFamily="2" charset="2"/>
              </a:rPr>
              <a:t>Attribute</a:t>
            </a:r>
            <a:endParaRPr lang="ko-KR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397835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5591944" y="1857857"/>
            <a:ext cx="2591178" cy="1224136"/>
            <a:chOff x="2268854" y="3392372"/>
            <a:chExt cx="2591178" cy="1224136"/>
          </a:xfrm>
        </p:grpSpPr>
        <p:grpSp>
          <p:nvGrpSpPr>
            <p:cNvPr id="4" name="그룹 3"/>
            <p:cNvGrpSpPr/>
            <p:nvPr/>
          </p:nvGrpSpPr>
          <p:grpSpPr>
            <a:xfrm>
              <a:off x="2268854" y="3392372"/>
              <a:ext cx="1726886" cy="1224136"/>
              <a:chOff x="391044" y="3140968"/>
              <a:chExt cx="1726886" cy="1224136"/>
            </a:xfrm>
          </p:grpSpPr>
          <p:grpSp>
            <p:nvGrpSpPr>
              <p:cNvPr id="6" name="그룹 5"/>
              <p:cNvGrpSpPr/>
              <p:nvPr/>
            </p:nvGrpSpPr>
            <p:grpSpPr>
              <a:xfrm>
                <a:off x="539552" y="3140968"/>
                <a:ext cx="1578378" cy="1224136"/>
                <a:chOff x="671042" y="4581128"/>
                <a:chExt cx="1530641" cy="1224136"/>
              </a:xfrm>
            </p:grpSpPr>
            <p:sp>
              <p:nvSpPr>
                <p:cNvPr id="8" name="모서리가 둥근 직사각형 7"/>
                <p:cNvSpPr/>
                <p:nvPr/>
              </p:nvSpPr>
              <p:spPr>
                <a:xfrm>
                  <a:off x="671042" y="4581128"/>
                  <a:ext cx="1368152" cy="1224136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Vertex </a:t>
                  </a:r>
                  <a:r>
                    <a:rPr lang="en-US" altLang="ko-KR" b="1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Shader</a:t>
                  </a:r>
                  <a:endParaRPr lang="ko-KR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9" name="오른쪽 화살표 8"/>
                <p:cNvSpPr/>
                <p:nvPr/>
              </p:nvSpPr>
              <p:spPr>
                <a:xfrm>
                  <a:off x="2057667" y="4941168"/>
                  <a:ext cx="144016" cy="504056"/>
                </a:xfrm>
                <a:prstGeom prst="rightArrow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7" name="오른쪽 화살표 6"/>
              <p:cNvSpPr/>
              <p:nvPr/>
            </p:nvSpPr>
            <p:spPr>
              <a:xfrm>
                <a:off x="391044" y="3501008"/>
                <a:ext cx="148508" cy="504056"/>
              </a:xfrm>
              <a:prstGeom prst="right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4139952" y="3419475"/>
              <a:ext cx="72008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dirty="0"/>
                <a:t>…</a:t>
              </a:r>
              <a:endParaRPr lang="ko-KR" altLang="en-US" sz="4400" dirty="0"/>
            </a:p>
          </p:txBody>
        </p:sp>
      </p:grpSp>
      <p:grpSp>
        <p:nvGrpSpPr>
          <p:cNvPr id="10" name="그룹 9"/>
          <p:cNvGrpSpPr/>
          <p:nvPr/>
        </p:nvGrpSpPr>
        <p:grpSpPr>
          <a:xfrm>
            <a:off x="3659351" y="2285259"/>
            <a:ext cx="1879936" cy="369332"/>
            <a:chOff x="35496" y="3610047"/>
            <a:chExt cx="1879936" cy="369332"/>
          </a:xfrm>
        </p:grpSpPr>
        <p:sp>
          <p:nvSpPr>
            <p:cNvPr id="11" name="TextBox 10"/>
            <p:cNvSpPr txBox="1"/>
            <p:nvPr/>
          </p:nvSpPr>
          <p:spPr>
            <a:xfrm>
              <a:off x="35496" y="3610047"/>
              <a:ext cx="1879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ym typeface="Wingdings" pitchFamily="2" charset="2"/>
                </a:rPr>
                <a:t>in vec3 Position;</a:t>
              </a:r>
              <a:endParaRPr lang="en-US" altLang="ko-KR" dirty="0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46930" y="3661298"/>
              <a:ext cx="1805657" cy="2812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아래쪽 화살표 13"/>
          <p:cNvSpPr/>
          <p:nvPr/>
        </p:nvSpPr>
        <p:spPr>
          <a:xfrm>
            <a:off x="5303912" y="3573016"/>
            <a:ext cx="1391396" cy="792088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5" name="그룹 14"/>
          <p:cNvGrpSpPr/>
          <p:nvPr/>
        </p:nvGrpSpPr>
        <p:grpSpPr>
          <a:xfrm>
            <a:off x="3574182" y="5036181"/>
            <a:ext cx="1879936" cy="369332"/>
            <a:chOff x="35496" y="3610047"/>
            <a:chExt cx="1879936" cy="369332"/>
          </a:xfrm>
        </p:grpSpPr>
        <p:sp>
          <p:nvSpPr>
            <p:cNvPr id="16" name="TextBox 15"/>
            <p:cNvSpPr txBox="1"/>
            <p:nvPr/>
          </p:nvSpPr>
          <p:spPr>
            <a:xfrm>
              <a:off x="35496" y="3610047"/>
              <a:ext cx="1879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ym typeface="Wingdings" pitchFamily="2" charset="2"/>
                </a:rPr>
                <a:t>in vec3 Position;</a:t>
              </a: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6930" y="3661298"/>
              <a:ext cx="1805657" cy="2812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8" name="그룹 17"/>
          <p:cNvGrpSpPr/>
          <p:nvPr/>
        </p:nvGrpSpPr>
        <p:grpSpPr>
          <a:xfrm>
            <a:off x="3574182" y="5540237"/>
            <a:ext cx="1879936" cy="369332"/>
            <a:chOff x="35496" y="3610047"/>
            <a:chExt cx="1879936" cy="369332"/>
          </a:xfrm>
        </p:grpSpPr>
        <p:sp>
          <p:nvSpPr>
            <p:cNvPr id="19" name="TextBox 18"/>
            <p:cNvSpPr txBox="1"/>
            <p:nvPr/>
          </p:nvSpPr>
          <p:spPr>
            <a:xfrm>
              <a:off x="35496" y="3610047"/>
              <a:ext cx="18799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ym typeface="Wingdings" pitchFamily="2" charset="2"/>
                </a:rPr>
                <a:t>in vec2 </a:t>
              </a:r>
              <a:r>
                <a:rPr lang="en-US" altLang="ko-KR" dirty="0" err="1">
                  <a:sym typeface="Wingdings" pitchFamily="2" charset="2"/>
                </a:rPr>
                <a:t>TexPos</a:t>
              </a:r>
              <a:r>
                <a:rPr lang="en-US" altLang="ko-KR" dirty="0">
                  <a:sym typeface="Wingdings" pitchFamily="2" charset="2"/>
                </a:rPr>
                <a:t>;</a:t>
              </a:r>
              <a:endParaRPr lang="en-US" altLang="ko-KR" dirty="0"/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46930" y="3661298"/>
              <a:ext cx="1805657" cy="28128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그룹 20"/>
          <p:cNvGrpSpPr/>
          <p:nvPr/>
        </p:nvGrpSpPr>
        <p:grpSpPr>
          <a:xfrm>
            <a:off x="5591944" y="4809024"/>
            <a:ext cx="2591178" cy="1224136"/>
            <a:chOff x="2268854" y="3392372"/>
            <a:chExt cx="2591178" cy="1224136"/>
          </a:xfrm>
        </p:grpSpPr>
        <p:grpSp>
          <p:nvGrpSpPr>
            <p:cNvPr id="22" name="그룹 21"/>
            <p:cNvGrpSpPr/>
            <p:nvPr/>
          </p:nvGrpSpPr>
          <p:grpSpPr>
            <a:xfrm>
              <a:off x="2268854" y="3392372"/>
              <a:ext cx="1726886" cy="1224136"/>
              <a:chOff x="391044" y="3140968"/>
              <a:chExt cx="1726886" cy="1224136"/>
            </a:xfrm>
          </p:grpSpPr>
          <p:grpSp>
            <p:nvGrpSpPr>
              <p:cNvPr id="24" name="그룹 23"/>
              <p:cNvGrpSpPr/>
              <p:nvPr/>
            </p:nvGrpSpPr>
            <p:grpSpPr>
              <a:xfrm>
                <a:off x="539552" y="3140968"/>
                <a:ext cx="1578378" cy="1224136"/>
                <a:chOff x="671042" y="4581128"/>
                <a:chExt cx="1530641" cy="1224136"/>
              </a:xfrm>
            </p:grpSpPr>
            <p:sp>
              <p:nvSpPr>
                <p:cNvPr id="26" name="모서리가 둥근 직사각형 25"/>
                <p:cNvSpPr/>
                <p:nvPr/>
              </p:nvSpPr>
              <p:spPr>
                <a:xfrm>
                  <a:off x="671042" y="4581128"/>
                  <a:ext cx="1368152" cy="1224136"/>
                </a:xfrm>
                <a:prstGeom prst="round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Vertex </a:t>
                  </a:r>
                  <a:r>
                    <a:rPr lang="en-US" altLang="ko-KR" b="1" dirty="0" err="1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Shader</a:t>
                  </a:r>
                  <a:endParaRPr lang="ko-KR" altLang="en-US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sp>
              <p:nvSpPr>
                <p:cNvPr id="27" name="오른쪽 화살표 26"/>
                <p:cNvSpPr/>
                <p:nvPr/>
              </p:nvSpPr>
              <p:spPr>
                <a:xfrm>
                  <a:off x="2057667" y="4941168"/>
                  <a:ext cx="144016" cy="504056"/>
                </a:xfrm>
                <a:prstGeom prst="rightArrow">
                  <a:avLst/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b="1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</p:grpSp>
          <p:sp>
            <p:nvSpPr>
              <p:cNvPr id="25" name="오른쪽 화살표 24"/>
              <p:cNvSpPr/>
              <p:nvPr/>
            </p:nvSpPr>
            <p:spPr>
              <a:xfrm>
                <a:off x="391044" y="3501008"/>
                <a:ext cx="148508" cy="504056"/>
              </a:xfrm>
              <a:prstGeom prst="rightArrow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b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4139952" y="3419475"/>
              <a:ext cx="720080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4400" dirty="0"/>
                <a:t>…</a:t>
              </a:r>
              <a:endParaRPr lang="ko-KR" altLang="en-US" sz="4400" dirty="0"/>
            </a:p>
          </p:txBody>
        </p:sp>
      </p:grpSp>
    </p:spTree>
    <p:extLst>
      <p:ext uri="{BB962C8B-B14F-4D97-AF65-F5344CB8AC3E}">
        <p14:creationId xmlns:p14="http://schemas.microsoft.com/office/powerpoint/2010/main" val="10325950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grpSp>
        <p:nvGrpSpPr>
          <p:cNvPr id="2" name="그룹 1"/>
          <p:cNvGrpSpPr/>
          <p:nvPr/>
        </p:nvGrpSpPr>
        <p:grpSpPr>
          <a:xfrm>
            <a:off x="3359696" y="1693209"/>
            <a:ext cx="5616624" cy="3361057"/>
            <a:chOff x="678190" y="1460391"/>
            <a:chExt cx="8017592" cy="5080496"/>
          </a:xfrm>
        </p:grpSpPr>
        <p:grpSp>
          <p:nvGrpSpPr>
            <p:cNvPr id="5" name="그룹 4"/>
            <p:cNvGrpSpPr/>
            <p:nvPr/>
          </p:nvGrpSpPr>
          <p:grpSpPr>
            <a:xfrm>
              <a:off x="1103253" y="3048570"/>
              <a:ext cx="2333233" cy="2187942"/>
              <a:chOff x="1187624" y="4080248"/>
              <a:chExt cx="2448272" cy="1944216"/>
            </a:xfrm>
          </p:grpSpPr>
          <p:sp>
            <p:nvSpPr>
              <p:cNvPr id="6" name="직사각형 5"/>
              <p:cNvSpPr/>
              <p:nvPr/>
            </p:nvSpPr>
            <p:spPr>
              <a:xfrm>
                <a:off x="1187624" y="4080248"/>
                <a:ext cx="2448272" cy="194421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7" name="타원 6"/>
              <p:cNvSpPr/>
              <p:nvPr/>
            </p:nvSpPr>
            <p:spPr>
              <a:xfrm>
                <a:off x="1717564" y="4427972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8" name="타원 7"/>
              <p:cNvSpPr/>
              <p:nvPr/>
            </p:nvSpPr>
            <p:spPr>
              <a:xfrm>
                <a:off x="2771800" y="4427972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  <p:sp>
            <p:nvSpPr>
              <p:cNvPr id="9" name="자유형 8"/>
              <p:cNvSpPr/>
              <p:nvPr/>
            </p:nvSpPr>
            <p:spPr>
              <a:xfrm>
                <a:off x="1646932" y="5076032"/>
                <a:ext cx="1498600" cy="660400"/>
              </a:xfrm>
              <a:custGeom>
                <a:avLst/>
                <a:gdLst>
                  <a:gd name="connsiteX0" fmla="*/ 114300 w 1498600"/>
                  <a:gd name="connsiteY0" fmla="*/ 444500 h 660400"/>
                  <a:gd name="connsiteX1" fmla="*/ 114300 w 1498600"/>
                  <a:gd name="connsiteY1" fmla="*/ 444500 h 660400"/>
                  <a:gd name="connsiteX2" fmla="*/ 25400 w 1498600"/>
                  <a:gd name="connsiteY2" fmla="*/ 317500 h 660400"/>
                  <a:gd name="connsiteX3" fmla="*/ 0 w 1498600"/>
                  <a:gd name="connsiteY3" fmla="*/ 241300 h 660400"/>
                  <a:gd name="connsiteX4" fmla="*/ 12700 w 1498600"/>
                  <a:gd name="connsiteY4" fmla="*/ 88900 h 660400"/>
                  <a:gd name="connsiteX5" fmla="*/ 25400 w 1498600"/>
                  <a:gd name="connsiteY5" fmla="*/ 50800 h 660400"/>
                  <a:gd name="connsiteX6" fmla="*/ 76200 w 1498600"/>
                  <a:gd name="connsiteY6" fmla="*/ 12700 h 660400"/>
                  <a:gd name="connsiteX7" fmla="*/ 114300 w 1498600"/>
                  <a:gd name="connsiteY7" fmla="*/ 0 h 660400"/>
                  <a:gd name="connsiteX8" fmla="*/ 203200 w 1498600"/>
                  <a:gd name="connsiteY8" fmla="*/ 50800 h 660400"/>
                  <a:gd name="connsiteX9" fmla="*/ 241300 w 1498600"/>
                  <a:gd name="connsiteY9" fmla="*/ 63500 h 660400"/>
                  <a:gd name="connsiteX10" fmla="*/ 317500 w 1498600"/>
                  <a:gd name="connsiteY10" fmla="*/ 114300 h 660400"/>
                  <a:gd name="connsiteX11" fmla="*/ 393700 w 1498600"/>
                  <a:gd name="connsiteY11" fmla="*/ 139700 h 660400"/>
                  <a:gd name="connsiteX12" fmla="*/ 444500 w 1498600"/>
                  <a:gd name="connsiteY12" fmla="*/ 165100 h 660400"/>
                  <a:gd name="connsiteX13" fmla="*/ 584200 w 1498600"/>
                  <a:gd name="connsiteY13" fmla="*/ 203200 h 660400"/>
                  <a:gd name="connsiteX14" fmla="*/ 787400 w 1498600"/>
                  <a:gd name="connsiteY14" fmla="*/ 177800 h 660400"/>
                  <a:gd name="connsiteX15" fmla="*/ 863600 w 1498600"/>
                  <a:gd name="connsiteY15" fmla="*/ 139700 h 660400"/>
                  <a:gd name="connsiteX16" fmla="*/ 952500 w 1498600"/>
                  <a:gd name="connsiteY16" fmla="*/ 114300 h 660400"/>
                  <a:gd name="connsiteX17" fmla="*/ 1003300 w 1498600"/>
                  <a:gd name="connsiteY17" fmla="*/ 76200 h 660400"/>
                  <a:gd name="connsiteX18" fmla="*/ 1041400 w 1498600"/>
                  <a:gd name="connsiteY18" fmla="*/ 63500 h 660400"/>
                  <a:gd name="connsiteX19" fmla="*/ 1079500 w 1498600"/>
                  <a:gd name="connsiteY19" fmla="*/ 38100 h 660400"/>
                  <a:gd name="connsiteX20" fmla="*/ 1155700 w 1498600"/>
                  <a:gd name="connsiteY20" fmla="*/ 0 h 660400"/>
                  <a:gd name="connsiteX21" fmla="*/ 1371600 w 1498600"/>
                  <a:gd name="connsiteY21" fmla="*/ 12700 h 660400"/>
                  <a:gd name="connsiteX22" fmla="*/ 1409700 w 1498600"/>
                  <a:gd name="connsiteY22" fmla="*/ 50800 h 660400"/>
                  <a:gd name="connsiteX23" fmla="*/ 1447800 w 1498600"/>
                  <a:gd name="connsiteY23" fmla="*/ 76200 h 660400"/>
                  <a:gd name="connsiteX24" fmla="*/ 1473200 w 1498600"/>
                  <a:gd name="connsiteY24" fmla="*/ 114300 h 660400"/>
                  <a:gd name="connsiteX25" fmla="*/ 1498600 w 1498600"/>
                  <a:gd name="connsiteY25" fmla="*/ 190500 h 660400"/>
                  <a:gd name="connsiteX26" fmla="*/ 1485900 w 1498600"/>
                  <a:gd name="connsiteY26" fmla="*/ 304800 h 660400"/>
                  <a:gd name="connsiteX27" fmla="*/ 1460500 w 1498600"/>
                  <a:gd name="connsiteY27" fmla="*/ 342900 h 660400"/>
                  <a:gd name="connsiteX28" fmla="*/ 1447800 w 1498600"/>
                  <a:gd name="connsiteY28" fmla="*/ 381000 h 660400"/>
                  <a:gd name="connsiteX29" fmla="*/ 1371600 w 1498600"/>
                  <a:gd name="connsiteY29" fmla="*/ 457200 h 660400"/>
                  <a:gd name="connsiteX30" fmla="*/ 1333500 w 1498600"/>
                  <a:gd name="connsiteY30" fmla="*/ 495300 h 660400"/>
                  <a:gd name="connsiteX31" fmla="*/ 1295400 w 1498600"/>
                  <a:gd name="connsiteY31" fmla="*/ 508000 h 660400"/>
                  <a:gd name="connsiteX32" fmla="*/ 1219200 w 1498600"/>
                  <a:gd name="connsiteY32" fmla="*/ 558800 h 660400"/>
                  <a:gd name="connsiteX33" fmla="*/ 1181100 w 1498600"/>
                  <a:gd name="connsiteY33" fmla="*/ 571500 h 660400"/>
                  <a:gd name="connsiteX34" fmla="*/ 1143000 w 1498600"/>
                  <a:gd name="connsiteY34" fmla="*/ 596900 h 660400"/>
                  <a:gd name="connsiteX35" fmla="*/ 1054100 w 1498600"/>
                  <a:gd name="connsiteY35" fmla="*/ 622300 h 660400"/>
                  <a:gd name="connsiteX36" fmla="*/ 977900 w 1498600"/>
                  <a:gd name="connsiteY36" fmla="*/ 647700 h 660400"/>
                  <a:gd name="connsiteX37" fmla="*/ 939800 w 1498600"/>
                  <a:gd name="connsiteY37" fmla="*/ 660400 h 660400"/>
                  <a:gd name="connsiteX38" fmla="*/ 457200 w 1498600"/>
                  <a:gd name="connsiteY38" fmla="*/ 647700 h 660400"/>
                  <a:gd name="connsiteX39" fmla="*/ 342900 w 1498600"/>
                  <a:gd name="connsiteY39" fmla="*/ 609600 h 660400"/>
                  <a:gd name="connsiteX40" fmla="*/ 266700 w 1498600"/>
                  <a:gd name="connsiteY40" fmla="*/ 584200 h 660400"/>
                  <a:gd name="connsiteX41" fmla="*/ 228600 w 1498600"/>
                  <a:gd name="connsiteY41" fmla="*/ 571500 h 660400"/>
                  <a:gd name="connsiteX42" fmla="*/ 165100 w 1498600"/>
                  <a:gd name="connsiteY42" fmla="*/ 520700 h 660400"/>
                  <a:gd name="connsiteX43" fmla="*/ 114300 w 1498600"/>
                  <a:gd name="connsiteY43" fmla="*/ 444500 h 66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498600" h="660400">
                    <a:moveTo>
                      <a:pt x="114300" y="444500"/>
                    </a:moveTo>
                    <a:lnTo>
                      <a:pt x="114300" y="444500"/>
                    </a:lnTo>
                    <a:cubicBezTo>
                      <a:pt x="84667" y="402167"/>
                      <a:pt x="41741" y="366523"/>
                      <a:pt x="25400" y="317500"/>
                    </a:cubicBezTo>
                    <a:lnTo>
                      <a:pt x="0" y="241300"/>
                    </a:lnTo>
                    <a:cubicBezTo>
                      <a:pt x="4233" y="190500"/>
                      <a:pt x="5963" y="139429"/>
                      <a:pt x="12700" y="88900"/>
                    </a:cubicBezTo>
                    <a:cubicBezTo>
                      <a:pt x="14469" y="75630"/>
                      <a:pt x="16830" y="61084"/>
                      <a:pt x="25400" y="50800"/>
                    </a:cubicBezTo>
                    <a:cubicBezTo>
                      <a:pt x="38951" y="34539"/>
                      <a:pt x="57822" y="23202"/>
                      <a:pt x="76200" y="12700"/>
                    </a:cubicBezTo>
                    <a:cubicBezTo>
                      <a:pt x="87823" y="6058"/>
                      <a:pt x="101600" y="4233"/>
                      <a:pt x="114300" y="0"/>
                    </a:cubicBezTo>
                    <a:cubicBezTo>
                      <a:pt x="221741" y="26860"/>
                      <a:pt x="112404" y="-9731"/>
                      <a:pt x="203200" y="50800"/>
                    </a:cubicBezTo>
                    <a:cubicBezTo>
                      <a:pt x="214339" y="58226"/>
                      <a:pt x="229598" y="56999"/>
                      <a:pt x="241300" y="63500"/>
                    </a:cubicBezTo>
                    <a:cubicBezTo>
                      <a:pt x="267985" y="78325"/>
                      <a:pt x="288540" y="104647"/>
                      <a:pt x="317500" y="114300"/>
                    </a:cubicBezTo>
                    <a:cubicBezTo>
                      <a:pt x="342900" y="122767"/>
                      <a:pt x="369753" y="127726"/>
                      <a:pt x="393700" y="139700"/>
                    </a:cubicBezTo>
                    <a:cubicBezTo>
                      <a:pt x="410633" y="148167"/>
                      <a:pt x="426922" y="158069"/>
                      <a:pt x="444500" y="165100"/>
                    </a:cubicBezTo>
                    <a:cubicBezTo>
                      <a:pt x="508952" y="190881"/>
                      <a:pt x="520427" y="190445"/>
                      <a:pt x="584200" y="203200"/>
                    </a:cubicBezTo>
                    <a:cubicBezTo>
                      <a:pt x="670952" y="195313"/>
                      <a:pt x="712417" y="196546"/>
                      <a:pt x="787400" y="177800"/>
                    </a:cubicBezTo>
                    <a:cubicBezTo>
                      <a:pt x="851244" y="161839"/>
                      <a:pt x="801519" y="170740"/>
                      <a:pt x="863600" y="139700"/>
                    </a:cubicBezTo>
                    <a:cubicBezTo>
                      <a:pt x="881820" y="130590"/>
                      <a:pt x="936224" y="118369"/>
                      <a:pt x="952500" y="114300"/>
                    </a:cubicBezTo>
                    <a:cubicBezTo>
                      <a:pt x="969433" y="101600"/>
                      <a:pt x="984922" y="86702"/>
                      <a:pt x="1003300" y="76200"/>
                    </a:cubicBezTo>
                    <a:cubicBezTo>
                      <a:pt x="1014923" y="69558"/>
                      <a:pt x="1029426" y="69487"/>
                      <a:pt x="1041400" y="63500"/>
                    </a:cubicBezTo>
                    <a:cubicBezTo>
                      <a:pt x="1055052" y="56674"/>
                      <a:pt x="1065848" y="44926"/>
                      <a:pt x="1079500" y="38100"/>
                    </a:cubicBezTo>
                    <a:cubicBezTo>
                      <a:pt x="1184660" y="-14480"/>
                      <a:pt x="1046511" y="72793"/>
                      <a:pt x="1155700" y="0"/>
                    </a:cubicBezTo>
                    <a:cubicBezTo>
                      <a:pt x="1227667" y="4233"/>
                      <a:pt x="1300909" y="-1438"/>
                      <a:pt x="1371600" y="12700"/>
                    </a:cubicBezTo>
                    <a:cubicBezTo>
                      <a:pt x="1389212" y="16222"/>
                      <a:pt x="1395902" y="39302"/>
                      <a:pt x="1409700" y="50800"/>
                    </a:cubicBezTo>
                    <a:cubicBezTo>
                      <a:pt x="1421426" y="60571"/>
                      <a:pt x="1435100" y="67733"/>
                      <a:pt x="1447800" y="76200"/>
                    </a:cubicBezTo>
                    <a:cubicBezTo>
                      <a:pt x="1456267" y="88900"/>
                      <a:pt x="1467001" y="100352"/>
                      <a:pt x="1473200" y="114300"/>
                    </a:cubicBezTo>
                    <a:cubicBezTo>
                      <a:pt x="1484074" y="138766"/>
                      <a:pt x="1498600" y="190500"/>
                      <a:pt x="1498600" y="190500"/>
                    </a:cubicBezTo>
                    <a:cubicBezTo>
                      <a:pt x="1494367" y="228600"/>
                      <a:pt x="1495197" y="267610"/>
                      <a:pt x="1485900" y="304800"/>
                    </a:cubicBezTo>
                    <a:cubicBezTo>
                      <a:pt x="1482198" y="319608"/>
                      <a:pt x="1467326" y="329248"/>
                      <a:pt x="1460500" y="342900"/>
                    </a:cubicBezTo>
                    <a:cubicBezTo>
                      <a:pt x="1454513" y="354874"/>
                      <a:pt x="1456019" y="370433"/>
                      <a:pt x="1447800" y="381000"/>
                    </a:cubicBezTo>
                    <a:cubicBezTo>
                      <a:pt x="1425747" y="409354"/>
                      <a:pt x="1397000" y="431800"/>
                      <a:pt x="1371600" y="457200"/>
                    </a:cubicBezTo>
                    <a:cubicBezTo>
                      <a:pt x="1358900" y="469900"/>
                      <a:pt x="1350539" y="489620"/>
                      <a:pt x="1333500" y="495300"/>
                    </a:cubicBezTo>
                    <a:cubicBezTo>
                      <a:pt x="1320800" y="499533"/>
                      <a:pt x="1307102" y="501499"/>
                      <a:pt x="1295400" y="508000"/>
                    </a:cubicBezTo>
                    <a:cubicBezTo>
                      <a:pt x="1268715" y="522825"/>
                      <a:pt x="1248160" y="549147"/>
                      <a:pt x="1219200" y="558800"/>
                    </a:cubicBezTo>
                    <a:cubicBezTo>
                      <a:pt x="1206500" y="563033"/>
                      <a:pt x="1193074" y="565513"/>
                      <a:pt x="1181100" y="571500"/>
                    </a:cubicBezTo>
                    <a:cubicBezTo>
                      <a:pt x="1167448" y="578326"/>
                      <a:pt x="1156652" y="590074"/>
                      <a:pt x="1143000" y="596900"/>
                    </a:cubicBezTo>
                    <a:cubicBezTo>
                      <a:pt x="1121660" y="607570"/>
                      <a:pt x="1074445" y="616196"/>
                      <a:pt x="1054100" y="622300"/>
                    </a:cubicBezTo>
                    <a:cubicBezTo>
                      <a:pt x="1028455" y="629993"/>
                      <a:pt x="1003300" y="639233"/>
                      <a:pt x="977900" y="647700"/>
                    </a:cubicBezTo>
                    <a:lnTo>
                      <a:pt x="939800" y="660400"/>
                    </a:lnTo>
                    <a:lnTo>
                      <a:pt x="457200" y="647700"/>
                    </a:lnTo>
                    <a:cubicBezTo>
                      <a:pt x="337736" y="642270"/>
                      <a:pt x="419146" y="643487"/>
                      <a:pt x="342900" y="609600"/>
                    </a:cubicBezTo>
                    <a:cubicBezTo>
                      <a:pt x="318434" y="598726"/>
                      <a:pt x="292100" y="592667"/>
                      <a:pt x="266700" y="584200"/>
                    </a:cubicBezTo>
                    <a:lnTo>
                      <a:pt x="228600" y="571500"/>
                    </a:lnTo>
                    <a:cubicBezTo>
                      <a:pt x="171794" y="486291"/>
                      <a:pt x="238712" y="569775"/>
                      <a:pt x="165100" y="520700"/>
                    </a:cubicBezTo>
                    <a:cubicBezTo>
                      <a:pt x="150156" y="510737"/>
                      <a:pt x="122767" y="457200"/>
                      <a:pt x="114300" y="444500"/>
                    </a:cubicBezTo>
                    <a:close/>
                  </a:path>
                </a:pathLst>
              </a:cu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/>
              </a:p>
            </p:txBody>
          </p:sp>
        </p:grpSp>
        <p:sp>
          <p:nvSpPr>
            <p:cNvPr id="25" name="타원 24"/>
            <p:cNvSpPr/>
            <p:nvPr/>
          </p:nvSpPr>
          <p:spPr>
            <a:xfrm>
              <a:off x="5434456" y="3049205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26" name="타원 25"/>
            <p:cNvSpPr/>
            <p:nvPr/>
          </p:nvSpPr>
          <p:spPr>
            <a:xfrm>
              <a:off x="7378672" y="3048570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27" name="타원 26"/>
            <p:cNvSpPr/>
            <p:nvPr/>
          </p:nvSpPr>
          <p:spPr>
            <a:xfrm>
              <a:off x="5434456" y="486327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28" name="타원 27"/>
            <p:cNvSpPr/>
            <p:nvPr/>
          </p:nvSpPr>
          <p:spPr>
            <a:xfrm>
              <a:off x="7378672" y="4862638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cxnSp>
          <p:nvCxnSpPr>
            <p:cNvPr id="29" name="직선 연결선 28"/>
            <p:cNvCxnSpPr>
              <a:stCxn id="25" idx="4"/>
              <a:endCxn id="27" idx="0"/>
            </p:cNvCxnSpPr>
            <p:nvPr/>
          </p:nvCxnSpPr>
          <p:spPr>
            <a:xfrm>
              <a:off x="5542468" y="3296587"/>
              <a:ext cx="0" cy="1566686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연결선 29"/>
            <p:cNvCxnSpPr>
              <a:stCxn id="25" idx="6"/>
              <a:endCxn id="26" idx="2"/>
            </p:cNvCxnSpPr>
            <p:nvPr/>
          </p:nvCxnSpPr>
          <p:spPr>
            <a:xfrm flipV="1">
              <a:off x="5650480" y="3172261"/>
              <a:ext cx="1728192" cy="63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연결선 30"/>
            <p:cNvCxnSpPr>
              <a:stCxn id="26" idx="4"/>
              <a:endCxn id="28" idx="0"/>
            </p:cNvCxnSpPr>
            <p:nvPr/>
          </p:nvCxnSpPr>
          <p:spPr>
            <a:xfrm>
              <a:off x="7486684" y="3295952"/>
              <a:ext cx="0" cy="1566686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>
              <a:stCxn id="27" idx="6"/>
              <a:endCxn id="28" idx="2"/>
            </p:cNvCxnSpPr>
            <p:nvPr/>
          </p:nvCxnSpPr>
          <p:spPr>
            <a:xfrm flipV="1">
              <a:off x="5650480" y="4986329"/>
              <a:ext cx="1728192" cy="63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>
              <a:stCxn id="27" idx="7"/>
              <a:endCxn id="26" idx="3"/>
            </p:cNvCxnSpPr>
            <p:nvPr/>
          </p:nvCxnSpPr>
          <p:spPr>
            <a:xfrm flipV="1">
              <a:off x="5618844" y="3259724"/>
              <a:ext cx="1791464" cy="1639777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4975780" y="2557342"/>
                  <a:ext cx="504056" cy="511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75780" y="2557342"/>
                  <a:ext cx="504056" cy="51175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/>
                <p:cNvSpPr txBox="1"/>
                <p:nvPr/>
              </p:nvSpPr>
              <p:spPr>
                <a:xfrm>
                  <a:off x="4956543" y="5077758"/>
                  <a:ext cx="504056" cy="511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5" name="TextBox 3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56543" y="5077758"/>
                  <a:ext cx="504056" cy="511750"/>
                </a:xfrm>
                <a:prstGeom prst="rect">
                  <a:avLst/>
                </a:prstGeom>
                <a:blipFill>
                  <a:blip r:embed="rId3"/>
                  <a:stretch>
                    <a:fillRect r="-7069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7441569" y="2557342"/>
                  <a:ext cx="1254213" cy="511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1600" i="1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1569" y="2557342"/>
                  <a:ext cx="1254213" cy="5117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/>
                <p:cNvSpPr txBox="1"/>
                <p:nvPr/>
              </p:nvSpPr>
              <p:spPr>
                <a:xfrm>
                  <a:off x="7564621" y="5026678"/>
                  <a:ext cx="504056" cy="511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37" name="TextBox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621" y="5026678"/>
                  <a:ext cx="504056" cy="511750"/>
                </a:xfrm>
                <a:prstGeom prst="rect">
                  <a:avLst/>
                </a:prstGeom>
                <a:blipFill>
                  <a:blip r:embed="rId5"/>
                  <a:stretch>
                    <a:fillRect b="-181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타원 38"/>
            <p:cNvSpPr/>
            <p:nvPr/>
          </p:nvSpPr>
          <p:spPr>
            <a:xfrm>
              <a:off x="995241" y="2965191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40" name="타원 39"/>
            <p:cNvSpPr/>
            <p:nvPr/>
          </p:nvSpPr>
          <p:spPr>
            <a:xfrm>
              <a:off x="3328474" y="2965191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41" name="타원 40"/>
            <p:cNvSpPr/>
            <p:nvPr/>
          </p:nvSpPr>
          <p:spPr>
            <a:xfrm>
              <a:off x="995241" y="510295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42" name="타원 41"/>
            <p:cNvSpPr/>
            <p:nvPr/>
          </p:nvSpPr>
          <p:spPr>
            <a:xfrm>
              <a:off x="3328474" y="510295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678190" y="2420888"/>
                  <a:ext cx="504056" cy="511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190" y="2420888"/>
                  <a:ext cx="504056" cy="51175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TextBox 43"/>
                <p:cNvSpPr txBox="1"/>
                <p:nvPr/>
              </p:nvSpPr>
              <p:spPr>
                <a:xfrm>
                  <a:off x="678190" y="5253825"/>
                  <a:ext cx="504056" cy="511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44" name="TextBox 4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190" y="5253825"/>
                  <a:ext cx="504056" cy="51175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/>
                <p:cNvSpPr txBox="1"/>
                <p:nvPr/>
              </p:nvSpPr>
              <p:spPr>
                <a:xfrm>
                  <a:off x="2970308" y="2420888"/>
                  <a:ext cx="504056" cy="511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45" name="TextBox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0308" y="2420888"/>
                  <a:ext cx="504056" cy="51175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TextBox 45"/>
                <p:cNvSpPr txBox="1"/>
                <p:nvPr/>
              </p:nvSpPr>
              <p:spPr>
                <a:xfrm>
                  <a:off x="2970308" y="5241155"/>
                  <a:ext cx="504056" cy="51175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16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6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1600" dirty="0"/>
                </a:p>
              </p:txBody>
            </p:sp>
          </mc:Choice>
          <mc:Fallback xmlns="">
            <p:sp>
              <p:nvSpPr>
                <p:cNvPr id="46" name="TextBox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0308" y="5241155"/>
                  <a:ext cx="504056" cy="51175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7" name="자유형 46"/>
            <p:cNvSpPr/>
            <p:nvPr/>
          </p:nvSpPr>
          <p:spPr>
            <a:xfrm>
              <a:off x="1117600" y="1460391"/>
              <a:ext cx="4394200" cy="1574909"/>
            </a:xfrm>
            <a:custGeom>
              <a:avLst/>
              <a:gdLst>
                <a:gd name="connsiteX0" fmla="*/ 0 w 4394200"/>
                <a:gd name="connsiteY0" fmla="*/ 1511409 h 1574909"/>
                <a:gd name="connsiteX1" fmla="*/ 2679700 w 4394200"/>
                <a:gd name="connsiteY1" fmla="*/ 109 h 1574909"/>
                <a:gd name="connsiteX2" fmla="*/ 4394200 w 4394200"/>
                <a:gd name="connsiteY2" fmla="*/ 1574909 h 15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94200" h="1574909">
                  <a:moveTo>
                    <a:pt x="0" y="1511409"/>
                  </a:moveTo>
                  <a:cubicBezTo>
                    <a:pt x="973666" y="750467"/>
                    <a:pt x="1947333" y="-10474"/>
                    <a:pt x="2679700" y="109"/>
                  </a:cubicBezTo>
                  <a:cubicBezTo>
                    <a:pt x="3412067" y="10692"/>
                    <a:pt x="3903133" y="792800"/>
                    <a:pt x="4394200" y="1574909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48" name="자유형 47"/>
            <p:cNvSpPr/>
            <p:nvPr/>
          </p:nvSpPr>
          <p:spPr>
            <a:xfrm>
              <a:off x="3505200" y="1828659"/>
              <a:ext cx="3962400" cy="1219341"/>
            </a:xfrm>
            <a:custGeom>
              <a:avLst/>
              <a:gdLst>
                <a:gd name="connsiteX0" fmla="*/ 0 w 3962400"/>
                <a:gd name="connsiteY0" fmla="*/ 1155841 h 1219341"/>
                <a:gd name="connsiteX1" fmla="*/ 3175000 w 3962400"/>
                <a:gd name="connsiteY1" fmla="*/ 141 h 1219341"/>
                <a:gd name="connsiteX2" fmla="*/ 3962400 w 3962400"/>
                <a:gd name="connsiteY2" fmla="*/ 1219341 h 121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62400" h="1219341">
                  <a:moveTo>
                    <a:pt x="0" y="1155841"/>
                  </a:moveTo>
                  <a:cubicBezTo>
                    <a:pt x="1257300" y="572699"/>
                    <a:pt x="2514600" y="-10442"/>
                    <a:pt x="3175000" y="141"/>
                  </a:cubicBezTo>
                  <a:cubicBezTo>
                    <a:pt x="3835400" y="10724"/>
                    <a:pt x="3898900" y="615032"/>
                    <a:pt x="3962400" y="1219341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49" name="자유형 48"/>
            <p:cNvSpPr/>
            <p:nvPr/>
          </p:nvSpPr>
          <p:spPr>
            <a:xfrm>
              <a:off x="1079500" y="4533974"/>
              <a:ext cx="4381500" cy="2006913"/>
            </a:xfrm>
            <a:custGeom>
              <a:avLst/>
              <a:gdLst>
                <a:gd name="connsiteX0" fmla="*/ 0 w 4381500"/>
                <a:gd name="connsiteY0" fmla="*/ 800026 h 2006913"/>
                <a:gd name="connsiteX1" fmla="*/ 2578100 w 4381500"/>
                <a:gd name="connsiteY1" fmla="*/ 1993826 h 2006913"/>
                <a:gd name="connsiteX2" fmla="*/ 3454400 w 4381500"/>
                <a:gd name="connsiteY2" fmla="*/ 114226 h 2006913"/>
                <a:gd name="connsiteX3" fmla="*/ 4381500 w 4381500"/>
                <a:gd name="connsiteY3" fmla="*/ 368226 h 2006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81500" h="2006913">
                  <a:moveTo>
                    <a:pt x="0" y="800026"/>
                  </a:moveTo>
                  <a:cubicBezTo>
                    <a:pt x="1001183" y="1454076"/>
                    <a:pt x="2002367" y="2108126"/>
                    <a:pt x="2578100" y="1993826"/>
                  </a:cubicBezTo>
                  <a:cubicBezTo>
                    <a:pt x="3153833" y="1879526"/>
                    <a:pt x="3153833" y="385159"/>
                    <a:pt x="3454400" y="114226"/>
                  </a:cubicBezTo>
                  <a:cubicBezTo>
                    <a:pt x="3754967" y="-156707"/>
                    <a:pt x="4068233" y="105759"/>
                    <a:pt x="4381500" y="368226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50" name="자유형 49"/>
            <p:cNvSpPr/>
            <p:nvPr/>
          </p:nvSpPr>
          <p:spPr>
            <a:xfrm>
              <a:off x="3492500" y="5118100"/>
              <a:ext cx="4098510" cy="1410859"/>
            </a:xfrm>
            <a:custGeom>
              <a:avLst/>
              <a:gdLst>
                <a:gd name="connsiteX0" fmla="*/ 0 w 4098510"/>
                <a:gd name="connsiteY0" fmla="*/ 190500 h 1410859"/>
                <a:gd name="connsiteX1" fmla="*/ 3581400 w 4098510"/>
                <a:gd name="connsiteY1" fmla="*/ 1409700 h 1410859"/>
                <a:gd name="connsiteX2" fmla="*/ 4000500 w 4098510"/>
                <a:gd name="connsiteY2" fmla="*/ 0 h 1410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8510" h="1410859">
                  <a:moveTo>
                    <a:pt x="0" y="190500"/>
                  </a:moveTo>
                  <a:cubicBezTo>
                    <a:pt x="1457325" y="815975"/>
                    <a:pt x="2914650" y="1441450"/>
                    <a:pt x="3581400" y="1409700"/>
                  </a:cubicBezTo>
                  <a:cubicBezTo>
                    <a:pt x="4248150" y="1377950"/>
                    <a:pt x="4124325" y="688975"/>
                    <a:pt x="4000500" y="0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</p:grpSp>
      <p:sp>
        <p:nvSpPr>
          <p:cNvPr id="3" name="TextBox 2"/>
          <p:cNvSpPr txBox="1"/>
          <p:nvPr/>
        </p:nvSpPr>
        <p:spPr>
          <a:xfrm>
            <a:off x="2711624" y="5589241"/>
            <a:ext cx="6480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latinLnBrk="0"/>
            <a:r>
              <a:rPr lang="ko-KR" altLang="en-US" dirty="0" err="1"/>
              <a:t>버텍스당</a:t>
            </a:r>
            <a:r>
              <a:rPr lang="ko-KR" altLang="en-US" dirty="0"/>
              <a:t> </a:t>
            </a:r>
            <a:r>
              <a:rPr lang="ko-KR" altLang="en-US" dirty="0" err="1"/>
              <a:t>텍스쳐</a:t>
            </a:r>
            <a:r>
              <a:rPr lang="ko-KR" altLang="en-US" dirty="0"/>
              <a:t> 좌표 하나씩 필요함</a:t>
            </a:r>
            <a:endParaRPr lang="en-US" altLang="ko-KR" dirty="0"/>
          </a:p>
          <a:p>
            <a:pPr algn="ctr" latinLnBrk="0"/>
            <a:r>
              <a:rPr lang="en-US" altLang="ko-KR" dirty="0">
                <a:sym typeface="Wingdings" pitchFamily="2" charset="2"/>
              </a:rPr>
              <a:t> </a:t>
            </a:r>
            <a:r>
              <a:rPr lang="ko-KR" altLang="en-US" dirty="0" err="1">
                <a:sym typeface="Wingdings" pitchFamily="2" charset="2"/>
              </a:rPr>
              <a:t>버텍스</a:t>
            </a:r>
            <a:r>
              <a:rPr lang="ko-KR" altLang="en-US" dirty="0">
                <a:sym typeface="Wingdings" pitchFamily="2" charset="2"/>
              </a:rPr>
              <a:t> 정보에 </a:t>
            </a:r>
            <a:r>
              <a:rPr lang="ko-KR" altLang="en-US" dirty="0" err="1">
                <a:sym typeface="Wingdings" pitchFamily="2" charset="2"/>
              </a:rPr>
              <a:t>텍스쳐</a:t>
            </a:r>
            <a:r>
              <a:rPr lang="ko-KR" altLang="en-US" dirty="0">
                <a:sym typeface="Wingdings" pitchFamily="2" charset="2"/>
              </a:rPr>
              <a:t> 좌표 추가 필요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1150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1631505" y="1503042"/>
            <a:ext cx="5076845" cy="3294111"/>
            <a:chOff x="639826" y="1460391"/>
            <a:chExt cx="8055956" cy="5080496"/>
          </a:xfrm>
        </p:grpSpPr>
        <p:grpSp>
          <p:nvGrpSpPr>
            <p:cNvPr id="4" name="그룹 3"/>
            <p:cNvGrpSpPr/>
            <p:nvPr/>
          </p:nvGrpSpPr>
          <p:grpSpPr>
            <a:xfrm>
              <a:off x="1103253" y="3048570"/>
              <a:ext cx="2333233" cy="2187942"/>
              <a:chOff x="1187624" y="4080248"/>
              <a:chExt cx="2448272" cy="1944216"/>
            </a:xfrm>
          </p:grpSpPr>
          <p:sp>
            <p:nvSpPr>
              <p:cNvPr id="30" name="직사각형 29"/>
              <p:cNvSpPr/>
              <p:nvPr/>
            </p:nvSpPr>
            <p:spPr>
              <a:xfrm>
                <a:off x="1187624" y="4080248"/>
                <a:ext cx="2448272" cy="194421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타원 30"/>
              <p:cNvSpPr/>
              <p:nvPr/>
            </p:nvSpPr>
            <p:spPr>
              <a:xfrm>
                <a:off x="1717564" y="4427972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타원 31"/>
              <p:cNvSpPr/>
              <p:nvPr/>
            </p:nvSpPr>
            <p:spPr>
              <a:xfrm>
                <a:off x="2771800" y="4427972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자유형 32"/>
              <p:cNvSpPr/>
              <p:nvPr/>
            </p:nvSpPr>
            <p:spPr>
              <a:xfrm>
                <a:off x="1646932" y="5076032"/>
                <a:ext cx="1498600" cy="660400"/>
              </a:xfrm>
              <a:custGeom>
                <a:avLst/>
                <a:gdLst>
                  <a:gd name="connsiteX0" fmla="*/ 114300 w 1498600"/>
                  <a:gd name="connsiteY0" fmla="*/ 444500 h 660400"/>
                  <a:gd name="connsiteX1" fmla="*/ 114300 w 1498600"/>
                  <a:gd name="connsiteY1" fmla="*/ 444500 h 660400"/>
                  <a:gd name="connsiteX2" fmla="*/ 25400 w 1498600"/>
                  <a:gd name="connsiteY2" fmla="*/ 317500 h 660400"/>
                  <a:gd name="connsiteX3" fmla="*/ 0 w 1498600"/>
                  <a:gd name="connsiteY3" fmla="*/ 241300 h 660400"/>
                  <a:gd name="connsiteX4" fmla="*/ 12700 w 1498600"/>
                  <a:gd name="connsiteY4" fmla="*/ 88900 h 660400"/>
                  <a:gd name="connsiteX5" fmla="*/ 25400 w 1498600"/>
                  <a:gd name="connsiteY5" fmla="*/ 50800 h 660400"/>
                  <a:gd name="connsiteX6" fmla="*/ 76200 w 1498600"/>
                  <a:gd name="connsiteY6" fmla="*/ 12700 h 660400"/>
                  <a:gd name="connsiteX7" fmla="*/ 114300 w 1498600"/>
                  <a:gd name="connsiteY7" fmla="*/ 0 h 660400"/>
                  <a:gd name="connsiteX8" fmla="*/ 203200 w 1498600"/>
                  <a:gd name="connsiteY8" fmla="*/ 50800 h 660400"/>
                  <a:gd name="connsiteX9" fmla="*/ 241300 w 1498600"/>
                  <a:gd name="connsiteY9" fmla="*/ 63500 h 660400"/>
                  <a:gd name="connsiteX10" fmla="*/ 317500 w 1498600"/>
                  <a:gd name="connsiteY10" fmla="*/ 114300 h 660400"/>
                  <a:gd name="connsiteX11" fmla="*/ 393700 w 1498600"/>
                  <a:gd name="connsiteY11" fmla="*/ 139700 h 660400"/>
                  <a:gd name="connsiteX12" fmla="*/ 444500 w 1498600"/>
                  <a:gd name="connsiteY12" fmla="*/ 165100 h 660400"/>
                  <a:gd name="connsiteX13" fmla="*/ 584200 w 1498600"/>
                  <a:gd name="connsiteY13" fmla="*/ 203200 h 660400"/>
                  <a:gd name="connsiteX14" fmla="*/ 787400 w 1498600"/>
                  <a:gd name="connsiteY14" fmla="*/ 177800 h 660400"/>
                  <a:gd name="connsiteX15" fmla="*/ 863600 w 1498600"/>
                  <a:gd name="connsiteY15" fmla="*/ 139700 h 660400"/>
                  <a:gd name="connsiteX16" fmla="*/ 952500 w 1498600"/>
                  <a:gd name="connsiteY16" fmla="*/ 114300 h 660400"/>
                  <a:gd name="connsiteX17" fmla="*/ 1003300 w 1498600"/>
                  <a:gd name="connsiteY17" fmla="*/ 76200 h 660400"/>
                  <a:gd name="connsiteX18" fmla="*/ 1041400 w 1498600"/>
                  <a:gd name="connsiteY18" fmla="*/ 63500 h 660400"/>
                  <a:gd name="connsiteX19" fmla="*/ 1079500 w 1498600"/>
                  <a:gd name="connsiteY19" fmla="*/ 38100 h 660400"/>
                  <a:gd name="connsiteX20" fmla="*/ 1155700 w 1498600"/>
                  <a:gd name="connsiteY20" fmla="*/ 0 h 660400"/>
                  <a:gd name="connsiteX21" fmla="*/ 1371600 w 1498600"/>
                  <a:gd name="connsiteY21" fmla="*/ 12700 h 660400"/>
                  <a:gd name="connsiteX22" fmla="*/ 1409700 w 1498600"/>
                  <a:gd name="connsiteY22" fmla="*/ 50800 h 660400"/>
                  <a:gd name="connsiteX23" fmla="*/ 1447800 w 1498600"/>
                  <a:gd name="connsiteY23" fmla="*/ 76200 h 660400"/>
                  <a:gd name="connsiteX24" fmla="*/ 1473200 w 1498600"/>
                  <a:gd name="connsiteY24" fmla="*/ 114300 h 660400"/>
                  <a:gd name="connsiteX25" fmla="*/ 1498600 w 1498600"/>
                  <a:gd name="connsiteY25" fmla="*/ 190500 h 660400"/>
                  <a:gd name="connsiteX26" fmla="*/ 1485900 w 1498600"/>
                  <a:gd name="connsiteY26" fmla="*/ 304800 h 660400"/>
                  <a:gd name="connsiteX27" fmla="*/ 1460500 w 1498600"/>
                  <a:gd name="connsiteY27" fmla="*/ 342900 h 660400"/>
                  <a:gd name="connsiteX28" fmla="*/ 1447800 w 1498600"/>
                  <a:gd name="connsiteY28" fmla="*/ 381000 h 660400"/>
                  <a:gd name="connsiteX29" fmla="*/ 1371600 w 1498600"/>
                  <a:gd name="connsiteY29" fmla="*/ 457200 h 660400"/>
                  <a:gd name="connsiteX30" fmla="*/ 1333500 w 1498600"/>
                  <a:gd name="connsiteY30" fmla="*/ 495300 h 660400"/>
                  <a:gd name="connsiteX31" fmla="*/ 1295400 w 1498600"/>
                  <a:gd name="connsiteY31" fmla="*/ 508000 h 660400"/>
                  <a:gd name="connsiteX32" fmla="*/ 1219200 w 1498600"/>
                  <a:gd name="connsiteY32" fmla="*/ 558800 h 660400"/>
                  <a:gd name="connsiteX33" fmla="*/ 1181100 w 1498600"/>
                  <a:gd name="connsiteY33" fmla="*/ 571500 h 660400"/>
                  <a:gd name="connsiteX34" fmla="*/ 1143000 w 1498600"/>
                  <a:gd name="connsiteY34" fmla="*/ 596900 h 660400"/>
                  <a:gd name="connsiteX35" fmla="*/ 1054100 w 1498600"/>
                  <a:gd name="connsiteY35" fmla="*/ 622300 h 660400"/>
                  <a:gd name="connsiteX36" fmla="*/ 977900 w 1498600"/>
                  <a:gd name="connsiteY36" fmla="*/ 647700 h 660400"/>
                  <a:gd name="connsiteX37" fmla="*/ 939800 w 1498600"/>
                  <a:gd name="connsiteY37" fmla="*/ 660400 h 660400"/>
                  <a:gd name="connsiteX38" fmla="*/ 457200 w 1498600"/>
                  <a:gd name="connsiteY38" fmla="*/ 647700 h 660400"/>
                  <a:gd name="connsiteX39" fmla="*/ 342900 w 1498600"/>
                  <a:gd name="connsiteY39" fmla="*/ 609600 h 660400"/>
                  <a:gd name="connsiteX40" fmla="*/ 266700 w 1498600"/>
                  <a:gd name="connsiteY40" fmla="*/ 584200 h 660400"/>
                  <a:gd name="connsiteX41" fmla="*/ 228600 w 1498600"/>
                  <a:gd name="connsiteY41" fmla="*/ 571500 h 660400"/>
                  <a:gd name="connsiteX42" fmla="*/ 165100 w 1498600"/>
                  <a:gd name="connsiteY42" fmla="*/ 520700 h 660400"/>
                  <a:gd name="connsiteX43" fmla="*/ 114300 w 1498600"/>
                  <a:gd name="connsiteY43" fmla="*/ 444500 h 66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498600" h="660400">
                    <a:moveTo>
                      <a:pt x="114300" y="444500"/>
                    </a:moveTo>
                    <a:lnTo>
                      <a:pt x="114300" y="444500"/>
                    </a:lnTo>
                    <a:cubicBezTo>
                      <a:pt x="84667" y="402167"/>
                      <a:pt x="41741" y="366523"/>
                      <a:pt x="25400" y="317500"/>
                    </a:cubicBezTo>
                    <a:lnTo>
                      <a:pt x="0" y="241300"/>
                    </a:lnTo>
                    <a:cubicBezTo>
                      <a:pt x="4233" y="190500"/>
                      <a:pt x="5963" y="139429"/>
                      <a:pt x="12700" y="88900"/>
                    </a:cubicBezTo>
                    <a:cubicBezTo>
                      <a:pt x="14469" y="75630"/>
                      <a:pt x="16830" y="61084"/>
                      <a:pt x="25400" y="50800"/>
                    </a:cubicBezTo>
                    <a:cubicBezTo>
                      <a:pt x="38951" y="34539"/>
                      <a:pt x="57822" y="23202"/>
                      <a:pt x="76200" y="12700"/>
                    </a:cubicBezTo>
                    <a:cubicBezTo>
                      <a:pt x="87823" y="6058"/>
                      <a:pt x="101600" y="4233"/>
                      <a:pt x="114300" y="0"/>
                    </a:cubicBezTo>
                    <a:cubicBezTo>
                      <a:pt x="221741" y="26860"/>
                      <a:pt x="112404" y="-9731"/>
                      <a:pt x="203200" y="50800"/>
                    </a:cubicBezTo>
                    <a:cubicBezTo>
                      <a:pt x="214339" y="58226"/>
                      <a:pt x="229598" y="56999"/>
                      <a:pt x="241300" y="63500"/>
                    </a:cubicBezTo>
                    <a:cubicBezTo>
                      <a:pt x="267985" y="78325"/>
                      <a:pt x="288540" y="104647"/>
                      <a:pt x="317500" y="114300"/>
                    </a:cubicBezTo>
                    <a:cubicBezTo>
                      <a:pt x="342900" y="122767"/>
                      <a:pt x="369753" y="127726"/>
                      <a:pt x="393700" y="139700"/>
                    </a:cubicBezTo>
                    <a:cubicBezTo>
                      <a:pt x="410633" y="148167"/>
                      <a:pt x="426922" y="158069"/>
                      <a:pt x="444500" y="165100"/>
                    </a:cubicBezTo>
                    <a:cubicBezTo>
                      <a:pt x="508952" y="190881"/>
                      <a:pt x="520427" y="190445"/>
                      <a:pt x="584200" y="203200"/>
                    </a:cubicBezTo>
                    <a:cubicBezTo>
                      <a:pt x="670952" y="195313"/>
                      <a:pt x="712417" y="196546"/>
                      <a:pt x="787400" y="177800"/>
                    </a:cubicBezTo>
                    <a:cubicBezTo>
                      <a:pt x="851244" y="161839"/>
                      <a:pt x="801519" y="170740"/>
                      <a:pt x="863600" y="139700"/>
                    </a:cubicBezTo>
                    <a:cubicBezTo>
                      <a:pt x="881820" y="130590"/>
                      <a:pt x="936224" y="118369"/>
                      <a:pt x="952500" y="114300"/>
                    </a:cubicBezTo>
                    <a:cubicBezTo>
                      <a:pt x="969433" y="101600"/>
                      <a:pt x="984922" y="86702"/>
                      <a:pt x="1003300" y="76200"/>
                    </a:cubicBezTo>
                    <a:cubicBezTo>
                      <a:pt x="1014923" y="69558"/>
                      <a:pt x="1029426" y="69487"/>
                      <a:pt x="1041400" y="63500"/>
                    </a:cubicBezTo>
                    <a:cubicBezTo>
                      <a:pt x="1055052" y="56674"/>
                      <a:pt x="1065848" y="44926"/>
                      <a:pt x="1079500" y="38100"/>
                    </a:cubicBezTo>
                    <a:cubicBezTo>
                      <a:pt x="1184660" y="-14480"/>
                      <a:pt x="1046511" y="72793"/>
                      <a:pt x="1155700" y="0"/>
                    </a:cubicBezTo>
                    <a:cubicBezTo>
                      <a:pt x="1227667" y="4233"/>
                      <a:pt x="1300909" y="-1438"/>
                      <a:pt x="1371600" y="12700"/>
                    </a:cubicBezTo>
                    <a:cubicBezTo>
                      <a:pt x="1389212" y="16222"/>
                      <a:pt x="1395902" y="39302"/>
                      <a:pt x="1409700" y="50800"/>
                    </a:cubicBezTo>
                    <a:cubicBezTo>
                      <a:pt x="1421426" y="60571"/>
                      <a:pt x="1435100" y="67733"/>
                      <a:pt x="1447800" y="76200"/>
                    </a:cubicBezTo>
                    <a:cubicBezTo>
                      <a:pt x="1456267" y="88900"/>
                      <a:pt x="1467001" y="100352"/>
                      <a:pt x="1473200" y="114300"/>
                    </a:cubicBezTo>
                    <a:cubicBezTo>
                      <a:pt x="1484074" y="138766"/>
                      <a:pt x="1498600" y="190500"/>
                      <a:pt x="1498600" y="190500"/>
                    </a:cubicBezTo>
                    <a:cubicBezTo>
                      <a:pt x="1494367" y="228600"/>
                      <a:pt x="1495197" y="267610"/>
                      <a:pt x="1485900" y="304800"/>
                    </a:cubicBezTo>
                    <a:cubicBezTo>
                      <a:pt x="1482198" y="319608"/>
                      <a:pt x="1467326" y="329248"/>
                      <a:pt x="1460500" y="342900"/>
                    </a:cubicBezTo>
                    <a:cubicBezTo>
                      <a:pt x="1454513" y="354874"/>
                      <a:pt x="1456019" y="370433"/>
                      <a:pt x="1447800" y="381000"/>
                    </a:cubicBezTo>
                    <a:cubicBezTo>
                      <a:pt x="1425747" y="409354"/>
                      <a:pt x="1397000" y="431800"/>
                      <a:pt x="1371600" y="457200"/>
                    </a:cubicBezTo>
                    <a:cubicBezTo>
                      <a:pt x="1358900" y="469900"/>
                      <a:pt x="1350539" y="489620"/>
                      <a:pt x="1333500" y="495300"/>
                    </a:cubicBezTo>
                    <a:cubicBezTo>
                      <a:pt x="1320800" y="499533"/>
                      <a:pt x="1307102" y="501499"/>
                      <a:pt x="1295400" y="508000"/>
                    </a:cubicBezTo>
                    <a:cubicBezTo>
                      <a:pt x="1268715" y="522825"/>
                      <a:pt x="1248160" y="549147"/>
                      <a:pt x="1219200" y="558800"/>
                    </a:cubicBezTo>
                    <a:cubicBezTo>
                      <a:pt x="1206500" y="563033"/>
                      <a:pt x="1193074" y="565513"/>
                      <a:pt x="1181100" y="571500"/>
                    </a:cubicBezTo>
                    <a:cubicBezTo>
                      <a:pt x="1167448" y="578326"/>
                      <a:pt x="1156652" y="590074"/>
                      <a:pt x="1143000" y="596900"/>
                    </a:cubicBezTo>
                    <a:cubicBezTo>
                      <a:pt x="1121660" y="607570"/>
                      <a:pt x="1074445" y="616196"/>
                      <a:pt x="1054100" y="622300"/>
                    </a:cubicBezTo>
                    <a:cubicBezTo>
                      <a:pt x="1028455" y="629993"/>
                      <a:pt x="1003300" y="639233"/>
                      <a:pt x="977900" y="647700"/>
                    </a:cubicBezTo>
                    <a:lnTo>
                      <a:pt x="939800" y="660400"/>
                    </a:lnTo>
                    <a:lnTo>
                      <a:pt x="457200" y="647700"/>
                    </a:lnTo>
                    <a:cubicBezTo>
                      <a:pt x="337736" y="642270"/>
                      <a:pt x="419146" y="643487"/>
                      <a:pt x="342900" y="609600"/>
                    </a:cubicBezTo>
                    <a:cubicBezTo>
                      <a:pt x="318434" y="598726"/>
                      <a:pt x="292100" y="592667"/>
                      <a:pt x="266700" y="584200"/>
                    </a:cubicBezTo>
                    <a:lnTo>
                      <a:pt x="228600" y="571500"/>
                    </a:lnTo>
                    <a:cubicBezTo>
                      <a:pt x="171794" y="486291"/>
                      <a:pt x="238712" y="569775"/>
                      <a:pt x="165100" y="520700"/>
                    </a:cubicBezTo>
                    <a:cubicBezTo>
                      <a:pt x="150156" y="510737"/>
                      <a:pt x="122767" y="457200"/>
                      <a:pt x="114300" y="444500"/>
                    </a:cubicBezTo>
                    <a:close/>
                  </a:path>
                </a:pathLst>
              </a:cu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" name="타원 4"/>
            <p:cNvSpPr/>
            <p:nvPr/>
          </p:nvSpPr>
          <p:spPr>
            <a:xfrm>
              <a:off x="5434456" y="3049205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/>
            <p:cNvSpPr/>
            <p:nvPr/>
          </p:nvSpPr>
          <p:spPr>
            <a:xfrm>
              <a:off x="7378672" y="3048570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/>
            <p:cNvSpPr/>
            <p:nvPr/>
          </p:nvSpPr>
          <p:spPr>
            <a:xfrm>
              <a:off x="5434456" y="486327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/>
            <p:cNvSpPr/>
            <p:nvPr/>
          </p:nvSpPr>
          <p:spPr>
            <a:xfrm>
              <a:off x="7378672" y="4862638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연결선 8"/>
            <p:cNvCxnSpPr>
              <a:stCxn id="5" idx="4"/>
              <a:endCxn id="7" idx="0"/>
            </p:cNvCxnSpPr>
            <p:nvPr/>
          </p:nvCxnSpPr>
          <p:spPr>
            <a:xfrm>
              <a:off x="5542468" y="3296587"/>
              <a:ext cx="0" cy="1566686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>
              <a:stCxn id="5" idx="6"/>
              <a:endCxn id="6" idx="2"/>
            </p:cNvCxnSpPr>
            <p:nvPr/>
          </p:nvCxnSpPr>
          <p:spPr>
            <a:xfrm flipV="1">
              <a:off x="5650480" y="3172261"/>
              <a:ext cx="1728192" cy="63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>
              <a:stCxn id="6" idx="4"/>
              <a:endCxn id="8" idx="0"/>
            </p:cNvCxnSpPr>
            <p:nvPr/>
          </p:nvCxnSpPr>
          <p:spPr>
            <a:xfrm>
              <a:off x="7486684" y="3295952"/>
              <a:ext cx="0" cy="1566686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>
              <a:stCxn id="7" idx="6"/>
              <a:endCxn id="8" idx="2"/>
            </p:cNvCxnSpPr>
            <p:nvPr/>
          </p:nvCxnSpPr>
          <p:spPr>
            <a:xfrm flipV="1">
              <a:off x="5650480" y="4986329"/>
              <a:ext cx="1728192" cy="63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>
              <a:stCxn id="7" idx="7"/>
              <a:endCxn id="6" idx="3"/>
            </p:cNvCxnSpPr>
            <p:nvPr/>
          </p:nvCxnSpPr>
          <p:spPr>
            <a:xfrm flipV="1">
              <a:off x="5618844" y="3259724"/>
              <a:ext cx="1791464" cy="1639777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4720345" y="2776817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0345" y="2776817"/>
                  <a:ext cx="504056" cy="806960"/>
                </a:xfrm>
                <a:prstGeom prst="rect">
                  <a:avLst/>
                </a:prstGeom>
                <a:blipFill>
                  <a:blip r:embed="rId2"/>
                  <a:stretch>
                    <a:fillRect r="-2830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720345" y="4831200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8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0345" y="4831200"/>
                  <a:ext cx="504056" cy="806960"/>
                </a:xfrm>
                <a:prstGeom prst="rect">
                  <a:avLst/>
                </a:prstGeom>
                <a:blipFill>
                  <a:blip r:embed="rId3"/>
                  <a:stretch>
                    <a:fillRect r="-17547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7441569" y="2557342"/>
                  <a:ext cx="1254213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800" i="1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1569" y="2557342"/>
                  <a:ext cx="1254213" cy="806960"/>
                </a:xfrm>
                <a:prstGeom prst="rect">
                  <a:avLst/>
                </a:prstGeom>
                <a:blipFill>
                  <a:blip r:embed="rId4"/>
                  <a:stretch>
                    <a:fillRect r="-13953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7564621" y="5026679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621" y="5026679"/>
                  <a:ext cx="504056" cy="806960"/>
                </a:xfrm>
                <a:prstGeom prst="rect">
                  <a:avLst/>
                </a:prstGeom>
                <a:blipFill>
                  <a:blip r:embed="rId5"/>
                  <a:stretch>
                    <a:fillRect r="-2884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타원 17"/>
            <p:cNvSpPr/>
            <p:nvPr/>
          </p:nvSpPr>
          <p:spPr>
            <a:xfrm>
              <a:off x="995241" y="2965191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>
            <a:xfrm>
              <a:off x="3328474" y="2965191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995241" y="510295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/>
            <p:cNvSpPr/>
            <p:nvPr/>
          </p:nvSpPr>
          <p:spPr>
            <a:xfrm>
              <a:off x="3328474" y="510295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639826" y="2174305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826" y="2174305"/>
                  <a:ext cx="504056" cy="806960"/>
                </a:xfrm>
                <a:prstGeom prst="rect">
                  <a:avLst/>
                </a:prstGeom>
                <a:blipFill>
                  <a:blip r:embed="rId6"/>
                  <a:stretch>
                    <a:fillRect r="-1346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678190" y="5253825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190" y="5253825"/>
                  <a:ext cx="504056" cy="806960"/>
                </a:xfrm>
                <a:prstGeom prst="rect">
                  <a:avLst/>
                </a:prstGeom>
                <a:blipFill>
                  <a:blip r:embed="rId7"/>
                  <a:stretch>
                    <a:fillRect r="-961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2988445" y="2159886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8445" y="2159886"/>
                  <a:ext cx="504056" cy="806960"/>
                </a:xfrm>
                <a:prstGeom prst="rect">
                  <a:avLst/>
                </a:prstGeom>
                <a:blipFill>
                  <a:blip r:embed="rId8"/>
                  <a:stretch>
                    <a:fillRect r="-943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2970307" y="5241155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0307" y="5241155"/>
                  <a:ext cx="504056" cy="806960"/>
                </a:xfrm>
                <a:prstGeom prst="rect">
                  <a:avLst/>
                </a:prstGeom>
                <a:blipFill>
                  <a:blip r:embed="rId9"/>
                  <a:stretch>
                    <a:fillRect r="-1153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자유형 25"/>
            <p:cNvSpPr/>
            <p:nvPr/>
          </p:nvSpPr>
          <p:spPr>
            <a:xfrm>
              <a:off x="1117600" y="1460391"/>
              <a:ext cx="4394200" cy="1574909"/>
            </a:xfrm>
            <a:custGeom>
              <a:avLst/>
              <a:gdLst>
                <a:gd name="connsiteX0" fmla="*/ 0 w 4394200"/>
                <a:gd name="connsiteY0" fmla="*/ 1511409 h 1574909"/>
                <a:gd name="connsiteX1" fmla="*/ 2679700 w 4394200"/>
                <a:gd name="connsiteY1" fmla="*/ 109 h 1574909"/>
                <a:gd name="connsiteX2" fmla="*/ 4394200 w 4394200"/>
                <a:gd name="connsiteY2" fmla="*/ 1574909 h 15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94200" h="1574909">
                  <a:moveTo>
                    <a:pt x="0" y="1511409"/>
                  </a:moveTo>
                  <a:cubicBezTo>
                    <a:pt x="973666" y="750467"/>
                    <a:pt x="1947333" y="-10474"/>
                    <a:pt x="2679700" y="109"/>
                  </a:cubicBezTo>
                  <a:cubicBezTo>
                    <a:pt x="3412067" y="10692"/>
                    <a:pt x="3903133" y="792800"/>
                    <a:pt x="4394200" y="1574909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자유형 26"/>
            <p:cNvSpPr/>
            <p:nvPr/>
          </p:nvSpPr>
          <p:spPr>
            <a:xfrm>
              <a:off x="3505200" y="1828659"/>
              <a:ext cx="3962400" cy="1219341"/>
            </a:xfrm>
            <a:custGeom>
              <a:avLst/>
              <a:gdLst>
                <a:gd name="connsiteX0" fmla="*/ 0 w 3962400"/>
                <a:gd name="connsiteY0" fmla="*/ 1155841 h 1219341"/>
                <a:gd name="connsiteX1" fmla="*/ 3175000 w 3962400"/>
                <a:gd name="connsiteY1" fmla="*/ 141 h 1219341"/>
                <a:gd name="connsiteX2" fmla="*/ 3962400 w 3962400"/>
                <a:gd name="connsiteY2" fmla="*/ 1219341 h 121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62400" h="1219341">
                  <a:moveTo>
                    <a:pt x="0" y="1155841"/>
                  </a:moveTo>
                  <a:cubicBezTo>
                    <a:pt x="1257300" y="572699"/>
                    <a:pt x="2514600" y="-10442"/>
                    <a:pt x="3175000" y="141"/>
                  </a:cubicBezTo>
                  <a:cubicBezTo>
                    <a:pt x="3835400" y="10724"/>
                    <a:pt x="3898900" y="615032"/>
                    <a:pt x="3962400" y="1219341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자유형 27"/>
            <p:cNvSpPr/>
            <p:nvPr/>
          </p:nvSpPr>
          <p:spPr>
            <a:xfrm>
              <a:off x="1079500" y="4533974"/>
              <a:ext cx="4381500" cy="2006913"/>
            </a:xfrm>
            <a:custGeom>
              <a:avLst/>
              <a:gdLst>
                <a:gd name="connsiteX0" fmla="*/ 0 w 4381500"/>
                <a:gd name="connsiteY0" fmla="*/ 800026 h 2006913"/>
                <a:gd name="connsiteX1" fmla="*/ 2578100 w 4381500"/>
                <a:gd name="connsiteY1" fmla="*/ 1993826 h 2006913"/>
                <a:gd name="connsiteX2" fmla="*/ 3454400 w 4381500"/>
                <a:gd name="connsiteY2" fmla="*/ 114226 h 2006913"/>
                <a:gd name="connsiteX3" fmla="*/ 4381500 w 4381500"/>
                <a:gd name="connsiteY3" fmla="*/ 368226 h 2006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81500" h="2006913">
                  <a:moveTo>
                    <a:pt x="0" y="800026"/>
                  </a:moveTo>
                  <a:cubicBezTo>
                    <a:pt x="1001183" y="1454076"/>
                    <a:pt x="2002367" y="2108126"/>
                    <a:pt x="2578100" y="1993826"/>
                  </a:cubicBezTo>
                  <a:cubicBezTo>
                    <a:pt x="3153833" y="1879526"/>
                    <a:pt x="3153833" y="385159"/>
                    <a:pt x="3454400" y="114226"/>
                  </a:cubicBezTo>
                  <a:cubicBezTo>
                    <a:pt x="3754967" y="-156707"/>
                    <a:pt x="4068233" y="105759"/>
                    <a:pt x="4381500" y="368226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자유형 28"/>
            <p:cNvSpPr/>
            <p:nvPr/>
          </p:nvSpPr>
          <p:spPr>
            <a:xfrm>
              <a:off x="3492500" y="5118100"/>
              <a:ext cx="4098510" cy="1410859"/>
            </a:xfrm>
            <a:custGeom>
              <a:avLst/>
              <a:gdLst>
                <a:gd name="connsiteX0" fmla="*/ 0 w 4098510"/>
                <a:gd name="connsiteY0" fmla="*/ 190500 h 1410859"/>
                <a:gd name="connsiteX1" fmla="*/ 3581400 w 4098510"/>
                <a:gd name="connsiteY1" fmla="*/ 1409700 h 1410859"/>
                <a:gd name="connsiteX2" fmla="*/ 4000500 w 4098510"/>
                <a:gd name="connsiteY2" fmla="*/ 0 h 1410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8510" h="1410859">
                  <a:moveTo>
                    <a:pt x="0" y="190500"/>
                  </a:moveTo>
                  <a:cubicBezTo>
                    <a:pt x="1457325" y="815975"/>
                    <a:pt x="2914650" y="1441450"/>
                    <a:pt x="3581400" y="1409700"/>
                  </a:cubicBezTo>
                  <a:cubicBezTo>
                    <a:pt x="4248150" y="1377950"/>
                    <a:pt x="4124325" y="688975"/>
                    <a:pt x="4000500" y="0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261791" y="5939262"/>
                <a:ext cx="18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(0.0f, 1.0f)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791" y="5939262"/>
                <a:ext cx="1800200" cy="369332"/>
              </a:xfrm>
              <a:prstGeom prst="rect">
                <a:avLst/>
              </a:prstGeom>
              <a:blipFill>
                <a:blip r:embed="rId10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261791" y="5560910"/>
                <a:ext cx="18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(0.0f, 0.0f)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791" y="5560910"/>
                <a:ext cx="1800200" cy="369332"/>
              </a:xfrm>
              <a:prstGeom prst="rect">
                <a:avLst/>
              </a:prstGeom>
              <a:blipFill>
                <a:blip r:embed="rId11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4133998" y="5939262"/>
                <a:ext cx="18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(1.0f, 1.0f)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998" y="5939262"/>
                <a:ext cx="1800200" cy="369332"/>
              </a:xfrm>
              <a:prstGeom prst="rect">
                <a:avLst/>
              </a:prstGeom>
              <a:blipFill>
                <a:blip r:embed="rId12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4133998" y="5560910"/>
                <a:ext cx="18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(1.0f, 0.0f)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998" y="5560910"/>
                <a:ext cx="1800200" cy="369332"/>
              </a:xfrm>
              <a:prstGeom prst="rect">
                <a:avLst/>
              </a:prstGeom>
              <a:blipFill>
                <a:blip r:embed="rId13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392143" y="2083635"/>
                <a:ext cx="32758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(-0.5f, 0.5f, 0.0f)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3" y="2083635"/>
                <a:ext cx="3275856" cy="461665"/>
              </a:xfrm>
              <a:prstGeom prst="rect">
                <a:avLst/>
              </a:prstGeom>
              <a:blipFill>
                <a:blip r:embed="rId1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391575" y="2468440"/>
                <a:ext cx="32758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(-0.5f, -0.5f, 0.0f)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575" y="2468440"/>
                <a:ext cx="3275856" cy="461665"/>
              </a:xfrm>
              <a:prstGeom prst="rect">
                <a:avLst/>
              </a:prstGeom>
              <a:blipFill>
                <a:blip r:embed="rId15"/>
                <a:stretch>
                  <a:fillRect t="-10526" r="-18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392144" y="2850472"/>
                <a:ext cx="32758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(0.5f, 0.5f, 0.0f)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4" y="2850472"/>
                <a:ext cx="3275856" cy="461665"/>
              </a:xfrm>
              <a:prstGeom prst="rect">
                <a:avLst/>
              </a:prstGeom>
              <a:blipFill>
                <a:blip r:embed="rId16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7391573" y="3623643"/>
                <a:ext cx="32758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(0.5f, 0.5f, 0.0f)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573" y="3623643"/>
                <a:ext cx="3275856" cy="461665"/>
              </a:xfrm>
              <a:prstGeom prst="rect">
                <a:avLst/>
              </a:prstGeom>
              <a:blipFill>
                <a:blip r:embed="rId1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7391005" y="4008448"/>
                <a:ext cx="32758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(-0.5f, -0.5f, 0.0f)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005" y="4008448"/>
                <a:ext cx="3275856" cy="461665"/>
              </a:xfrm>
              <a:prstGeom prst="rect">
                <a:avLst/>
              </a:prstGeom>
              <a:blipFill>
                <a:blip r:embed="rId18"/>
                <a:stretch>
                  <a:fillRect t="-10667" b="-30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7391574" y="4390480"/>
                <a:ext cx="3275856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(0.5f, -0.5f, 0.0f)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1574" y="4390480"/>
                <a:ext cx="3275856" cy="461665"/>
              </a:xfrm>
              <a:prstGeom prst="rect">
                <a:avLst/>
              </a:prstGeom>
              <a:blipFill>
                <a:blip r:embed="rId19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193061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grpSp>
        <p:nvGrpSpPr>
          <p:cNvPr id="3" name="그룹 2"/>
          <p:cNvGrpSpPr/>
          <p:nvPr/>
        </p:nvGrpSpPr>
        <p:grpSpPr>
          <a:xfrm>
            <a:off x="1688603" y="2227585"/>
            <a:ext cx="5076845" cy="3294111"/>
            <a:chOff x="639826" y="1460391"/>
            <a:chExt cx="8055956" cy="5080496"/>
          </a:xfrm>
        </p:grpSpPr>
        <p:grpSp>
          <p:nvGrpSpPr>
            <p:cNvPr id="4" name="그룹 3"/>
            <p:cNvGrpSpPr/>
            <p:nvPr/>
          </p:nvGrpSpPr>
          <p:grpSpPr>
            <a:xfrm>
              <a:off x="1103253" y="3048570"/>
              <a:ext cx="2333233" cy="2187942"/>
              <a:chOff x="1187624" y="4080248"/>
              <a:chExt cx="2448272" cy="1944216"/>
            </a:xfrm>
          </p:grpSpPr>
          <p:sp>
            <p:nvSpPr>
              <p:cNvPr id="30" name="직사각형 29"/>
              <p:cNvSpPr/>
              <p:nvPr/>
            </p:nvSpPr>
            <p:spPr>
              <a:xfrm>
                <a:off x="1187624" y="4080248"/>
                <a:ext cx="2448272" cy="1944216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타원 30"/>
              <p:cNvSpPr/>
              <p:nvPr/>
            </p:nvSpPr>
            <p:spPr>
              <a:xfrm>
                <a:off x="1717564" y="4427972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타원 31"/>
              <p:cNvSpPr/>
              <p:nvPr/>
            </p:nvSpPr>
            <p:spPr>
              <a:xfrm>
                <a:off x="2771800" y="4427972"/>
                <a:ext cx="360040" cy="360040"/>
              </a:xfrm>
              <a:prstGeom prst="ellipse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자유형 32"/>
              <p:cNvSpPr/>
              <p:nvPr/>
            </p:nvSpPr>
            <p:spPr>
              <a:xfrm>
                <a:off x="1646932" y="5076032"/>
                <a:ext cx="1498600" cy="660400"/>
              </a:xfrm>
              <a:custGeom>
                <a:avLst/>
                <a:gdLst>
                  <a:gd name="connsiteX0" fmla="*/ 114300 w 1498600"/>
                  <a:gd name="connsiteY0" fmla="*/ 444500 h 660400"/>
                  <a:gd name="connsiteX1" fmla="*/ 114300 w 1498600"/>
                  <a:gd name="connsiteY1" fmla="*/ 444500 h 660400"/>
                  <a:gd name="connsiteX2" fmla="*/ 25400 w 1498600"/>
                  <a:gd name="connsiteY2" fmla="*/ 317500 h 660400"/>
                  <a:gd name="connsiteX3" fmla="*/ 0 w 1498600"/>
                  <a:gd name="connsiteY3" fmla="*/ 241300 h 660400"/>
                  <a:gd name="connsiteX4" fmla="*/ 12700 w 1498600"/>
                  <a:gd name="connsiteY4" fmla="*/ 88900 h 660400"/>
                  <a:gd name="connsiteX5" fmla="*/ 25400 w 1498600"/>
                  <a:gd name="connsiteY5" fmla="*/ 50800 h 660400"/>
                  <a:gd name="connsiteX6" fmla="*/ 76200 w 1498600"/>
                  <a:gd name="connsiteY6" fmla="*/ 12700 h 660400"/>
                  <a:gd name="connsiteX7" fmla="*/ 114300 w 1498600"/>
                  <a:gd name="connsiteY7" fmla="*/ 0 h 660400"/>
                  <a:gd name="connsiteX8" fmla="*/ 203200 w 1498600"/>
                  <a:gd name="connsiteY8" fmla="*/ 50800 h 660400"/>
                  <a:gd name="connsiteX9" fmla="*/ 241300 w 1498600"/>
                  <a:gd name="connsiteY9" fmla="*/ 63500 h 660400"/>
                  <a:gd name="connsiteX10" fmla="*/ 317500 w 1498600"/>
                  <a:gd name="connsiteY10" fmla="*/ 114300 h 660400"/>
                  <a:gd name="connsiteX11" fmla="*/ 393700 w 1498600"/>
                  <a:gd name="connsiteY11" fmla="*/ 139700 h 660400"/>
                  <a:gd name="connsiteX12" fmla="*/ 444500 w 1498600"/>
                  <a:gd name="connsiteY12" fmla="*/ 165100 h 660400"/>
                  <a:gd name="connsiteX13" fmla="*/ 584200 w 1498600"/>
                  <a:gd name="connsiteY13" fmla="*/ 203200 h 660400"/>
                  <a:gd name="connsiteX14" fmla="*/ 787400 w 1498600"/>
                  <a:gd name="connsiteY14" fmla="*/ 177800 h 660400"/>
                  <a:gd name="connsiteX15" fmla="*/ 863600 w 1498600"/>
                  <a:gd name="connsiteY15" fmla="*/ 139700 h 660400"/>
                  <a:gd name="connsiteX16" fmla="*/ 952500 w 1498600"/>
                  <a:gd name="connsiteY16" fmla="*/ 114300 h 660400"/>
                  <a:gd name="connsiteX17" fmla="*/ 1003300 w 1498600"/>
                  <a:gd name="connsiteY17" fmla="*/ 76200 h 660400"/>
                  <a:gd name="connsiteX18" fmla="*/ 1041400 w 1498600"/>
                  <a:gd name="connsiteY18" fmla="*/ 63500 h 660400"/>
                  <a:gd name="connsiteX19" fmla="*/ 1079500 w 1498600"/>
                  <a:gd name="connsiteY19" fmla="*/ 38100 h 660400"/>
                  <a:gd name="connsiteX20" fmla="*/ 1155700 w 1498600"/>
                  <a:gd name="connsiteY20" fmla="*/ 0 h 660400"/>
                  <a:gd name="connsiteX21" fmla="*/ 1371600 w 1498600"/>
                  <a:gd name="connsiteY21" fmla="*/ 12700 h 660400"/>
                  <a:gd name="connsiteX22" fmla="*/ 1409700 w 1498600"/>
                  <a:gd name="connsiteY22" fmla="*/ 50800 h 660400"/>
                  <a:gd name="connsiteX23" fmla="*/ 1447800 w 1498600"/>
                  <a:gd name="connsiteY23" fmla="*/ 76200 h 660400"/>
                  <a:gd name="connsiteX24" fmla="*/ 1473200 w 1498600"/>
                  <a:gd name="connsiteY24" fmla="*/ 114300 h 660400"/>
                  <a:gd name="connsiteX25" fmla="*/ 1498600 w 1498600"/>
                  <a:gd name="connsiteY25" fmla="*/ 190500 h 660400"/>
                  <a:gd name="connsiteX26" fmla="*/ 1485900 w 1498600"/>
                  <a:gd name="connsiteY26" fmla="*/ 304800 h 660400"/>
                  <a:gd name="connsiteX27" fmla="*/ 1460500 w 1498600"/>
                  <a:gd name="connsiteY27" fmla="*/ 342900 h 660400"/>
                  <a:gd name="connsiteX28" fmla="*/ 1447800 w 1498600"/>
                  <a:gd name="connsiteY28" fmla="*/ 381000 h 660400"/>
                  <a:gd name="connsiteX29" fmla="*/ 1371600 w 1498600"/>
                  <a:gd name="connsiteY29" fmla="*/ 457200 h 660400"/>
                  <a:gd name="connsiteX30" fmla="*/ 1333500 w 1498600"/>
                  <a:gd name="connsiteY30" fmla="*/ 495300 h 660400"/>
                  <a:gd name="connsiteX31" fmla="*/ 1295400 w 1498600"/>
                  <a:gd name="connsiteY31" fmla="*/ 508000 h 660400"/>
                  <a:gd name="connsiteX32" fmla="*/ 1219200 w 1498600"/>
                  <a:gd name="connsiteY32" fmla="*/ 558800 h 660400"/>
                  <a:gd name="connsiteX33" fmla="*/ 1181100 w 1498600"/>
                  <a:gd name="connsiteY33" fmla="*/ 571500 h 660400"/>
                  <a:gd name="connsiteX34" fmla="*/ 1143000 w 1498600"/>
                  <a:gd name="connsiteY34" fmla="*/ 596900 h 660400"/>
                  <a:gd name="connsiteX35" fmla="*/ 1054100 w 1498600"/>
                  <a:gd name="connsiteY35" fmla="*/ 622300 h 660400"/>
                  <a:gd name="connsiteX36" fmla="*/ 977900 w 1498600"/>
                  <a:gd name="connsiteY36" fmla="*/ 647700 h 660400"/>
                  <a:gd name="connsiteX37" fmla="*/ 939800 w 1498600"/>
                  <a:gd name="connsiteY37" fmla="*/ 660400 h 660400"/>
                  <a:gd name="connsiteX38" fmla="*/ 457200 w 1498600"/>
                  <a:gd name="connsiteY38" fmla="*/ 647700 h 660400"/>
                  <a:gd name="connsiteX39" fmla="*/ 342900 w 1498600"/>
                  <a:gd name="connsiteY39" fmla="*/ 609600 h 660400"/>
                  <a:gd name="connsiteX40" fmla="*/ 266700 w 1498600"/>
                  <a:gd name="connsiteY40" fmla="*/ 584200 h 660400"/>
                  <a:gd name="connsiteX41" fmla="*/ 228600 w 1498600"/>
                  <a:gd name="connsiteY41" fmla="*/ 571500 h 660400"/>
                  <a:gd name="connsiteX42" fmla="*/ 165100 w 1498600"/>
                  <a:gd name="connsiteY42" fmla="*/ 520700 h 660400"/>
                  <a:gd name="connsiteX43" fmla="*/ 114300 w 1498600"/>
                  <a:gd name="connsiteY43" fmla="*/ 444500 h 660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</a:cxnLst>
                <a:rect l="l" t="t" r="r" b="b"/>
                <a:pathLst>
                  <a:path w="1498600" h="660400">
                    <a:moveTo>
                      <a:pt x="114300" y="444500"/>
                    </a:moveTo>
                    <a:lnTo>
                      <a:pt x="114300" y="444500"/>
                    </a:lnTo>
                    <a:cubicBezTo>
                      <a:pt x="84667" y="402167"/>
                      <a:pt x="41741" y="366523"/>
                      <a:pt x="25400" y="317500"/>
                    </a:cubicBezTo>
                    <a:lnTo>
                      <a:pt x="0" y="241300"/>
                    </a:lnTo>
                    <a:cubicBezTo>
                      <a:pt x="4233" y="190500"/>
                      <a:pt x="5963" y="139429"/>
                      <a:pt x="12700" y="88900"/>
                    </a:cubicBezTo>
                    <a:cubicBezTo>
                      <a:pt x="14469" y="75630"/>
                      <a:pt x="16830" y="61084"/>
                      <a:pt x="25400" y="50800"/>
                    </a:cubicBezTo>
                    <a:cubicBezTo>
                      <a:pt x="38951" y="34539"/>
                      <a:pt x="57822" y="23202"/>
                      <a:pt x="76200" y="12700"/>
                    </a:cubicBezTo>
                    <a:cubicBezTo>
                      <a:pt x="87823" y="6058"/>
                      <a:pt x="101600" y="4233"/>
                      <a:pt x="114300" y="0"/>
                    </a:cubicBezTo>
                    <a:cubicBezTo>
                      <a:pt x="221741" y="26860"/>
                      <a:pt x="112404" y="-9731"/>
                      <a:pt x="203200" y="50800"/>
                    </a:cubicBezTo>
                    <a:cubicBezTo>
                      <a:pt x="214339" y="58226"/>
                      <a:pt x="229598" y="56999"/>
                      <a:pt x="241300" y="63500"/>
                    </a:cubicBezTo>
                    <a:cubicBezTo>
                      <a:pt x="267985" y="78325"/>
                      <a:pt x="288540" y="104647"/>
                      <a:pt x="317500" y="114300"/>
                    </a:cubicBezTo>
                    <a:cubicBezTo>
                      <a:pt x="342900" y="122767"/>
                      <a:pt x="369753" y="127726"/>
                      <a:pt x="393700" y="139700"/>
                    </a:cubicBezTo>
                    <a:cubicBezTo>
                      <a:pt x="410633" y="148167"/>
                      <a:pt x="426922" y="158069"/>
                      <a:pt x="444500" y="165100"/>
                    </a:cubicBezTo>
                    <a:cubicBezTo>
                      <a:pt x="508952" y="190881"/>
                      <a:pt x="520427" y="190445"/>
                      <a:pt x="584200" y="203200"/>
                    </a:cubicBezTo>
                    <a:cubicBezTo>
                      <a:pt x="670952" y="195313"/>
                      <a:pt x="712417" y="196546"/>
                      <a:pt x="787400" y="177800"/>
                    </a:cubicBezTo>
                    <a:cubicBezTo>
                      <a:pt x="851244" y="161839"/>
                      <a:pt x="801519" y="170740"/>
                      <a:pt x="863600" y="139700"/>
                    </a:cubicBezTo>
                    <a:cubicBezTo>
                      <a:pt x="881820" y="130590"/>
                      <a:pt x="936224" y="118369"/>
                      <a:pt x="952500" y="114300"/>
                    </a:cubicBezTo>
                    <a:cubicBezTo>
                      <a:pt x="969433" y="101600"/>
                      <a:pt x="984922" y="86702"/>
                      <a:pt x="1003300" y="76200"/>
                    </a:cubicBezTo>
                    <a:cubicBezTo>
                      <a:pt x="1014923" y="69558"/>
                      <a:pt x="1029426" y="69487"/>
                      <a:pt x="1041400" y="63500"/>
                    </a:cubicBezTo>
                    <a:cubicBezTo>
                      <a:pt x="1055052" y="56674"/>
                      <a:pt x="1065848" y="44926"/>
                      <a:pt x="1079500" y="38100"/>
                    </a:cubicBezTo>
                    <a:cubicBezTo>
                      <a:pt x="1184660" y="-14480"/>
                      <a:pt x="1046511" y="72793"/>
                      <a:pt x="1155700" y="0"/>
                    </a:cubicBezTo>
                    <a:cubicBezTo>
                      <a:pt x="1227667" y="4233"/>
                      <a:pt x="1300909" y="-1438"/>
                      <a:pt x="1371600" y="12700"/>
                    </a:cubicBezTo>
                    <a:cubicBezTo>
                      <a:pt x="1389212" y="16222"/>
                      <a:pt x="1395902" y="39302"/>
                      <a:pt x="1409700" y="50800"/>
                    </a:cubicBezTo>
                    <a:cubicBezTo>
                      <a:pt x="1421426" y="60571"/>
                      <a:pt x="1435100" y="67733"/>
                      <a:pt x="1447800" y="76200"/>
                    </a:cubicBezTo>
                    <a:cubicBezTo>
                      <a:pt x="1456267" y="88900"/>
                      <a:pt x="1467001" y="100352"/>
                      <a:pt x="1473200" y="114300"/>
                    </a:cubicBezTo>
                    <a:cubicBezTo>
                      <a:pt x="1484074" y="138766"/>
                      <a:pt x="1498600" y="190500"/>
                      <a:pt x="1498600" y="190500"/>
                    </a:cubicBezTo>
                    <a:cubicBezTo>
                      <a:pt x="1494367" y="228600"/>
                      <a:pt x="1495197" y="267610"/>
                      <a:pt x="1485900" y="304800"/>
                    </a:cubicBezTo>
                    <a:cubicBezTo>
                      <a:pt x="1482198" y="319608"/>
                      <a:pt x="1467326" y="329248"/>
                      <a:pt x="1460500" y="342900"/>
                    </a:cubicBezTo>
                    <a:cubicBezTo>
                      <a:pt x="1454513" y="354874"/>
                      <a:pt x="1456019" y="370433"/>
                      <a:pt x="1447800" y="381000"/>
                    </a:cubicBezTo>
                    <a:cubicBezTo>
                      <a:pt x="1425747" y="409354"/>
                      <a:pt x="1397000" y="431800"/>
                      <a:pt x="1371600" y="457200"/>
                    </a:cubicBezTo>
                    <a:cubicBezTo>
                      <a:pt x="1358900" y="469900"/>
                      <a:pt x="1350539" y="489620"/>
                      <a:pt x="1333500" y="495300"/>
                    </a:cubicBezTo>
                    <a:cubicBezTo>
                      <a:pt x="1320800" y="499533"/>
                      <a:pt x="1307102" y="501499"/>
                      <a:pt x="1295400" y="508000"/>
                    </a:cubicBezTo>
                    <a:cubicBezTo>
                      <a:pt x="1268715" y="522825"/>
                      <a:pt x="1248160" y="549147"/>
                      <a:pt x="1219200" y="558800"/>
                    </a:cubicBezTo>
                    <a:cubicBezTo>
                      <a:pt x="1206500" y="563033"/>
                      <a:pt x="1193074" y="565513"/>
                      <a:pt x="1181100" y="571500"/>
                    </a:cubicBezTo>
                    <a:cubicBezTo>
                      <a:pt x="1167448" y="578326"/>
                      <a:pt x="1156652" y="590074"/>
                      <a:pt x="1143000" y="596900"/>
                    </a:cubicBezTo>
                    <a:cubicBezTo>
                      <a:pt x="1121660" y="607570"/>
                      <a:pt x="1074445" y="616196"/>
                      <a:pt x="1054100" y="622300"/>
                    </a:cubicBezTo>
                    <a:cubicBezTo>
                      <a:pt x="1028455" y="629993"/>
                      <a:pt x="1003300" y="639233"/>
                      <a:pt x="977900" y="647700"/>
                    </a:cubicBezTo>
                    <a:lnTo>
                      <a:pt x="939800" y="660400"/>
                    </a:lnTo>
                    <a:lnTo>
                      <a:pt x="457200" y="647700"/>
                    </a:lnTo>
                    <a:cubicBezTo>
                      <a:pt x="337736" y="642270"/>
                      <a:pt x="419146" y="643487"/>
                      <a:pt x="342900" y="609600"/>
                    </a:cubicBezTo>
                    <a:cubicBezTo>
                      <a:pt x="318434" y="598726"/>
                      <a:pt x="292100" y="592667"/>
                      <a:pt x="266700" y="584200"/>
                    </a:cubicBezTo>
                    <a:lnTo>
                      <a:pt x="228600" y="571500"/>
                    </a:lnTo>
                    <a:cubicBezTo>
                      <a:pt x="171794" y="486291"/>
                      <a:pt x="238712" y="569775"/>
                      <a:pt x="165100" y="520700"/>
                    </a:cubicBezTo>
                    <a:cubicBezTo>
                      <a:pt x="150156" y="510737"/>
                      <a:pt x="122767" y="457200"/>
                      <a:pt x="114300" y="444500"/>
                    </a:cubicBezTo>
                    <a:close/>
                  </a:path>
                </a:pathLst>
              </a:custGeom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5" name="타원 4"/>
            <p:cNvSpPr/>
            <p:nvPr/>
          </p:nvSpPr>
          <p:spPr>
            <a:xfrm>
              <a:off x="5434456" y="3049205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타원 5"/>
            <p:cNvSpPr/>
            <p:nvPr/>
          </p:nvSpPr>
          <p:spPr>
            <a:xfrm>
              <a:off x="7378672" y="3048570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타원 6"/>
            <p:cNvSpPr/>
            <p:nvPr/>
          </p:nvSpPr>
          <p:spPr>
            <a:xfrm>
              <a:off x="5434456" y="486327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/>
            <p:cNvSpPr/>
            <p:nvPr/>
          </p:nvSpPr>
          <p:spPr>
            <a:xfrm>
              <a:off x="7378672" y="4862638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" name="직선 연결선 8"/>
            <p:cNvCxnSpPr>
              <a:stCxn id="5" idx="4"/>
              <a:endCxn id="7" idx="0"/>
            </p:cNvCxnSpPr>
            <p:nvPr/>
          </p:nvCxnSpPr>
          <p:spPr>
            <a:xfrm>
              <a:off x="5542468" y="3296587"/>
              <a:ext cx="0" cy="1566686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>
              <a:stCxn id="5" idx="6"/>
              <a:endCxn id="6" idx="2"/>
            </p:cNvCxnSpPr>
            <p:nvPr/>
          </p:nvCxnSpPr>
          <p:spPr>
            <a:xfrm flipV="1">
              <a:off x="5650480" y="3172261"/>
              <a:ext cx="1728192" cy="63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>
              <a:stCxn id="6" idx="4"/>
              <a:endCxn id="8" idx="0"/>
            </p:cNvCxnSpPr>
            <p:nvPr/>
          </p:nvCxnSpPr>
          <p:spPr>
            <a:xfrm>
              <a:off x="7486684" y="3295952"/>
              <a:ext cx="0" cy="1566686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/>
            <p:cNvCxnSpPr>
              <a:stCxn id="7" idx="6"/>
              <a:endCxn id="8" idx="2"/>
            </p:cNvCxnSpPr>
            <p:nvPr/>
          </p:nvCxnSpPr>
          <p:spPr>
            <a:xfrm flipV="1">
              <a:off x="5650480" y="4986329"/>
              <a:ext cx="1728192" cy="635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/>
            <p:cNvCxnSpPr>
              <a:stCxn id="7" idx="7"/>
              <a:endCxn id="6" idx="3"/>
            </p:cNvCxnSpPr>
            <p:nvPr/>
          </p:nvCxnSpPr>
          <p:spPr>
            <a:xfrm flipV="1">
              <a:off x="5618844" y="3259724"/>
              <a:ext cx="1791464" cy="1639777"/>
            </a:xfrm>
            <a:prstGeom prst="line">
              <a:avLst/>
            </a:prstGeom>
            <a:ln>
              <a:solidFill>
                <a:schemeClr val="tx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/>
                <p:cNvSpPr txBox="1"/>
                <p:nvPr/>
              </p:nvSpPr>
              <p:spPr>
                <a:xfrm>
                  <a:off x="4720345" y="2776817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4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0345" y="2776817"/>
                  <a:ext cx="504056" cy="806960"/>
                </a:xfrm>
                <a:prstGeom prst="rect">
                  <a:avLst/>
                </a:prstGeom>
                <a:blipFill>
                  <a:blip r:embed="rId2"/>
                  <a:stretch>
                    <a:fillRect r="-307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4720345" y="4831200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sz="2800" i="1">
                            <a:latin typeface="Cambria Math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20345" y="4831200"/>
                  <a:ext cx="504056" cy="806960"/>
                </a:xfrm>
                <a:prstGeom prst="rect">
                  <a:avLst/>
                </a:prstGeom>
                <a:blipFill>
                  <a:blip r:embed="rId3"/>
                  <a:stretch>
                    <a:fillRect r="-180769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/>
                <p:cNvSpPr txBox="1"/>
                <p:nvPr/>
              </p:nvSpPr>
              <p:spPr>
                <a:xfrm>
                  <a:off x="7441569" y="2557342"/>
                  <a:ext cx="1254213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  <m:r>
                          <a:rPr lang="en-US" altLang="ko-KR" sz="2800" i="1">
                            <a:latin typeface="Cambria Math"/>
                          </a:rPr>
                          <m:t>, </m:t>
                        </m:r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6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41569" y="2557342"/>
                  <a:ext cx="1254213" cy="806960"/>
                </a:xfrm>
                <a:prstGeom prst="rect">
                  <a:avLst/>
                </a:prstGeom>
                <a:blipFill>
                  <a:blip r:embed="rId4"/>
                  <a:stretch>
                    <a:fillRect r="-13077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7564621" y="5026679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64621" y="5026679"/>
                  <a:ext cx="504056" cy="806960"/>
                </a:xfrm>
                <a:prstGeom prst="rect">
                  <a:avLst/>
                </a:prstGeom>
                <a:blipFill>
                  <a:blip r:embed="rId5"/>
                  <a:stretch>
                    <a:fillRect r="-28846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8" name="타원 17"/>
            <p:cNvSpPr/>
            <p:nvPr/>
          </p:nvSpPr>
          <p:spPr>
            <a:xfrm>
              <a:off x="995241" y="2965191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/>
            <p:cNvSpPr/>
            <p:nvPr/>
          </p:nvSpPr>
          <p:spPr>
            <a:xfrm>
              <a:off x="3328474" y="2965191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타원 19"/>
            <p:cNvSpPr/>
            <p:nvPr/>
          </p:nvSpPr>
          <p:spPr>
            <a:xfrm>
              <a:off x="995241" y="510295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타원 20"/>
            <p:cNvSpPr/>
            <p:nvPr/>
          </p:nvSpPr>
          <p:spPr>
            <a:xfrm>
              <a:off x="3328474" y="5102953"/>
              <a:ext cx="216024" cy="24738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639826" y="2174305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9826" y="2174305"/>
                  <a:ext cx="504056" cy="806960"/>
                </a:xfrm>
                <a:prstGeom prst="rect">
                  <a:avLst/>
                </a:prstGeom>
                <a:blipFill>
                  <a:blip r:embed="rId6"/>
                  <a:stretch>
                    <a:fillRect r="-1346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/>
                <p:cNvSpPr txBox="1"/>
                <p:nvPr/>
              </p:nvSpPr>
              <p:spPr>
                <a:xfrm>
                  <a:off x="678190" y="5253825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3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8190" y="5253825"/>
                  <a:ext cx="504056" cy="806960"/>
                </a:xfrm>
                <a:prstGeom prst="rect">
                  <a:avLst/>
                </a:prstGeom>
                <a:blipFill>
                  <a:blip r:embed="rId7"/>
                  <a:stretch>
                    <a:fillRect r="-1153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/>
                <p:cNvSpPr txBox="1"/>
                <p:nvPr/>
              </p:nvSpPr>
              <p:spPr>
                <a:xfrm>
                  <a:off x="2988445" y="2159886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4" name="TextBox 2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8445" y="2159886"/>
                  <a:ext cx="504056" cy="806960"/>
                </a:xfrm>
                <a:prstGeom prst="rect">
                  <a:avLst/>
                </a:prstGeom>
                <a:blipFill>
                  <a:blip r:embed="rId8"/>
                  <a:stretch>
                    <a:fillRect r="-1153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/>
                <p:cNvSpPr txBox="1"/>
                <p:nvPr/>
              </p:nvSpPr>
              <p:spPr>
                <a:xfrm>
                  <a:off x="2970307" y="5241155"/>
                  <a:ext cx="504056" cy="80696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latinLnBrk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ko-KR" sz="2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sz="2800" i="1">
                                <a:latin typeface="Cambria Math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2800" i="1">
                                <a:latin typeface="Cambria Math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ko-KR" altLang="en-US" sz="2800" dirty="0"/>
                </a:p>
              </p:txBody>
            </p:sp>
          </mc:Choice>
          <mc:Fallback xmlns="">
            <p:sp>
              <p:nvSpPr>
                <p:cNvPr id="25" name="TextBox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0307" y="5241155"/>
                  <a:ext cx="504056" cy="806960"/>
                </a:xfrm>
                <a:prstGeom prst="rect">
                  <a:avLst/>
                </a:prstGeom>
                <a:blipFill>
                  <a:blip r:embed="rId9"/>
                  <a:stretch>
                    <a:fillRect r="-11538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6" name="자유형 25"/>
            <p:cNvSpPr/>
            <p:nvPr/>
          </p:nvSpPr>
          <p:spPr>
            <a:xfrm>
              <a:off x="1117600" y="1460391"/>
              <a:ext cx="4394200" cy="1574909"/>
            </a:xfrm>
            <a:custGeom>
              <a:avLst/>
              <a:gdLst>
                <a:gd name="connsiteX0" fmla="*/ 0 w 4394200"/>
                <a:gd name="connsiteY0" fmla="*/ 1511409 h 1574909"/>
                <a:gd name="connsiteX1" fmla="*/ 2679700 w 4394200"/>
                <a:gd name="connsiteY1" fmla="*/ 109 h 1574909"/>
                <a:gd name="connsiteX2" fmla="*/ 4394200 w 4394200"/>
                <a:gd name="connsiteY2" fmla="*/ 1574909 h 15749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94200" h="1574909">
                  <a:moveTo>
                    <a:pt x="0" y="1511409"/>
                  </a:moveTo>
                  <a:cubicBezTo>
                    <a:pt x="973666" y="750467"/>
                    <a:pt x="1947333" y="-10474"/>
                    <a:pt x="2679700" y="109"/>
                  </a:cubicBezTo>
                  <a:cubicBezTo>
                    <a:pt x="3412067" y="10692"/>
                    <a:pt x="3903133" y="792800"/>
                    <a:pt x="4394200" y="1574909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자유형 26"/>
            <p:cNvSpPr/>
            <p:nvPr/>
          </p:nvSpPr>
          <p:spPr>
            <a:xfrm>
              <a:off x="3505200" y="1828659"/>
              <a:ext cx="3962400" cy="1219341"/>
            </a:xfrm>
            <a:custGeom>
              <a:avLst/>
              <a:gdLst>
                <a:gd name="connsiteX0" fmla="*/ 0 w 3962400"/>
                <a:gd name="connsiteY0" fmla="*/ 1155841 h 1219341"/>
                <a:gd name="connsiteX1" fmla="*/ 3175000 w 3962400"/>
                <a:gd name="connsiteY1" fmla="*/ 141 h 1219341"/>
                <a:gd name="connsiteX2" fmla="*/ 3962400 w 3962400"/>
                <a:gd name="connsiteY2" fmla="*/ 1219341 h 1219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962400" h="1219341">
                  <a:moveTo>
                    <a:pt x="0" y="1155841"/>
                  </a:moveTo>
                  <a:cubicBezTo>
                    <a:pt x="1257300" y="572699"/>
                    <a:pt x="2514600" y="-10442"/>
                    <a:pt x="3175000" y="141"/>
                  </a:cubicBezTo>
                  <a:cubicBezTo>
                    <a:pt x="3835400" y="10724"/>
                    <a:pt x="3898900" y="615032"/>
                    <a:pt x="3962400" y="1219341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자유형 27"/>
            <p:cNvSpPr/>
            <p:nvPr/>
          </p:nvSpPr>
          <p:spPr>
            <a:xfrm>
              <a:off x="1079500" y="4533974"/>
              <a:ext cx="4381500" cy="2006913"/>
            </a:xfrm>
            <a:custGeom>
              <a:avLst/>
              <a:gdLst>
                <a:gd name="connsiteX0" fmla="*/ 0 w 4381500"/>
                <a:gd name="connsiteY0" fmla="*/ 800026 h 2006913"/>
                <a:gd name="connsiteX1" fmla="*/ 2578100 w 4381500"/>
                <a:gd name="connsiteY1" fmla="*/ 1993826 h 2006913"/>
                <a:gd name="connsiteX2" fmla="*/ 3454400 w 4381500"/>
                <a:gd name="connsiteY2" fmla="*/ 114226 h 2006913"/>
                <a:gd name="connsiteX3" fmla="*/ 4381500 w 4381500"/>
                <a:gd name="connsiteY3" fmla="*/ 368226 h 2006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81500" h="2006913">
                  <a:moveTo>
                    <a:pt x="0" y="800026"/>
                  </a:moveTo>
                  <a:cubicBezTo>
                    <a:pt x="1001183" y="1454076"/>
                    <a:pt x="2002367" y="2108126"/>
                    <a:pt x="2578100" y="1993826"/>
                  </a:cubicBezTo>
                  <a:cubicBezTo>
                    <a:pt x="3153833" y="1879526"/>
                    <a:pt x="3153833" y="385159"/>
                    <a:pt x="3454400" y="114226"/>
                  </a:cubicBezTo>
                  <a:cubicBezTo>
                    <a:pt x="3754967" y="-156707"/>
                    <a:pt x="4068233" y="105759"/>
                    <a:pt x="4381500" y="368226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자유형 28"/>
            <p:cNvSpPr/>
            <p:nvPr/>
          </p:nvSpPr>
          <p:spPr>
            <a:xfrm>
              <a:off x="3492500" y="5118100"/>
              <a:ext cx="4098510" cy="1410859"/>
            </a:xfrm>
            <a:custGeom>
              <a:avLst/>
              <a:gdLst>
                <a:gd name="connsiteX0" fmla="*/ 0 w 4098510"/>
                <a:gd name="connsiteY0" fmla="*/ 190500 h 1410859"/>
                <a:gd name="connsiteX1" fmla="*/ 3581400 w 4098510"/>
                <a:gd name="connsiteY1" fmla="*/ 1409700 h 1410859"/>
                <a:gd name="connsiteX2" fmla="*/ 4000500 w 4098510"/>
                <a:gd name="connsiteY2" fmla="*/ 0 h 1410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098510" h="1410859">
                  <a:moveTo>
                    <a:pt x="0" y="190500"/>
                  </a:moveTo>
                  <a:cubicBezTo>
                    <a:pt x="1457325" y="815975"/>
                    <a:pt x="2914650" y="1441450"/>
                    <a:pt x="3581400" y="1409700"/>
                  </a:cubicBezTo>
                  <a:cubicBezTo>
                    <a:pt x="4248150" y="1377950"/>
                    <a:pt x="4124325" y="688975"/>
                    <a:pt x="4000500" y="0"/>
                  </a:cubicBezTo>
                </a:path>
              </a:pathLst>
            </a:custGeom>
            <a:ln>
              <a:solidFill>
                <a:srgbClr val="FF0000"/>
              </a:solidFill>
              <a:prstDash val="dash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392145" y="1738260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5" y="1738260"/>
                <a:ext cx="317655" cy="523220"/>
              </a:xfrm>
              <a:prstGeom prst="rect">
                <a:avLst/>
              </a:prstGeom>
              <a:blipFill>
                <a:blip r:embed="rId10"/>
                <a:stretch>
                  <a:fillRect r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9480377" y="1738260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0377" y="1738260"/>
                <a:ext cx="317655" cy="523220"/>
              </a:xfrm>
              <a:prstGeom prst="rect">
                <a:avLst/>
              </a:prstGeom>
              <a:blipFill>
                <a:blip r:embed="rId11"/>
                <a:stretch>
                  <a:fillRect r="-30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9480377" y="2352023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0377" y="2352023"/>
                <a:ext cx="317655" cy="523220"/>
              </a:xfrm>
              <a:prstGeom prst="rect">
                <a:avLst/>
              </a:prstGeom>
              <a:blipFill>
                <a:blip r:embed="rId12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9480377" y="3043560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80377" y="3043560"/>
                <a:ext cx="317655" cy="523220"/>
              </a:xfrm>
              <a:prstGeom prst="rect">
                <a:avLst/>
              </a:prstGeom>
              <a:blipFill>
                <a:blip r:embed="rId13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7392145" y="2434075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5" y="2434075"/>
                <a:ext cx="317655" cy="523220"/>
              </a:xfrm>
              <a:prstGeom prst="rect">
                <a:avLst/>
              </a:prstGeom>
              <a:blipFill>
                <a:blip r:embed="rId14"/>
                <a:stretch>
                  <a:fillRect r="-961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392145" y="3157248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5" y="3157248"/>
                <a:ext cx="317655" cy="523220"/>
              </a:xfrm>
              <a:prstGeom prst="rect">
                <a:avLst/>
              </a:prstGeom>
              <a:blipFill>
                <a:blip r:embed="rId15"/>
                <a:stretch>
                  <a:fillRect r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1" name="직선 화살표 연결선 40"/>
          <p:cNvCxnSpPr>
            <a:stCxn id="34" idx="3"/>
            <a:endCxn id="35" idx="1"/>
          </p:cNvCxnSpPr>
          <p:nvPr/>
        </p:nvCxnSpPr>
        <p:spPr>
          <a:xfrm>
            <a:off x="7709800" y="1999870"/>
            <a:ext cx="1770577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38" idx="3"/>
            <a:endCxn id="36" idx="1"/>
          </p:cNvCxnSpPr>
          <p:nvPr/>
        </p:nvCxnSpPr>
        <p:spPr>
          <a:xfrm flipV="1">
            <a:off x="7709800" y="2613633"/>
            <a:ext cx="1770577" cy="8205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39" idx="3"/>
            <a:endCxn id="37" idx="1"/>
          </p:cNvCxnSpPr>
          <p:nvPr/>
        </p:nvCxnSpPr>
        <p:spPr>
          <a:xfrm flipV="1">
            <a:off x="7709800" y="3305170"/>
            <a:ext cx="1770577" cy="1136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9562908" y="4222937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908" y="4222937"/>
                <a:ext cx="317655" cy="523220"/>
              </a:xfrm>
              <a:prstGeom prst="rect">
                <a:avLst/>
              </a:prstGeom>
              <a:blipFill>
                <a:blip r:embed="rId16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9562908" y="4836700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908" y="4836700"/>
                <a:ext cx="317655" cy="523220"/>
              </a:xfrm>
              <a:prstGeom prst="rect">
                <a:avLst/>
              </a:prstGeom>
              <a:blipFill>
                <a:blip r:embed="rId17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9562908" y="5528237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908" y="5528237"/>
                <a:ext cx="317655" cy="523220"/>
              </a:xfrm>
              <a:prstGeom prst="rect">
                <a:avLst/>
              </a:prstGeom>
              <a:blipFill>
                <a:blip r:embed="rId18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7392145" y="3900110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2145" y="3900110"/>
                <a:ext cx="317655" cy="523220"/>
              </a:xfrm>
              <a:prstGeom prst="rect">
                <a:avLst/>
              </a:prstGeom>
              <a:blipFill>
                <a:blip r:embed="rId19"/>
                <a:stretch>
                  <a:fillRect r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직선 화살표 연결선 50"/>
          <p:cNvCxnSpPr>
            <a:stCxn id="49" idx="3"/>
            <a:endCxn id="48" idx="1"/>
          </p:cNvCxnSpPr>
          <p:nvPr/>
        </p:nvCxnSpPr>
        <p:spPr>
          <a:xfrm>
            <a:off x="7709799" y="4161721"/>
            <a:ext cx="1853108" cy="162812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화살표 연결선 52"/>
          <p:cNvCxnSpPr>
            <a:stCxn id="38" idx="3"/>
            <a:endCxn id="47" idx="1"/>
          </p:cNvCxnSpPr>
          <p:nvPr/>
        </p:nvCxnSpPr>
        <p:spPr>
          <a:xfrm>
            <a:off x="7709799" y="2695686"/>
            <a:ext cx="1853108" cy="24026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/>
          <p:cNvCxnSpPr>
            <a:stCxn id="39" idx="3"/>
            <a:endCxn id="46" idx="1"/>
          </p:cNvCxnSpPr>
          <p:nvPr/>
        </p:nvCxnSpPr>
        <p:spPr>
          <a:xfrm>
            <a:off x="7709799" y="3418859"/>
            <a:ext cx="1853108" cy="106568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97357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856210" y="4437663"/>
                <a:ext cx="5400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(-0.5f, 0.5f, 0.0f, </a:t>
                </a:r>
                <a:r>
                  <a:rPr lang="en-US" altLang="ko-KR" sz="2400" dirty="0">
                    <a:solidFill>
                      <a:srgbClr val="FF0000"/>
                    </a:solidFill>
                  </a:rPr>
                  <a:t>0.0f, 0.0f</a:t>
                </a:r>
                <a:r>
                  <a:rPr lang="en-US" altLang="ko-KR" sz="2400" dirty="0"/>
                  <a:t>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210" y="4437663"/>
                <a:ext cx="5400601" cy="461665"/>
              </a:xfrm>
              <a:prstGeom prst="rect">
                <a:avLst/>
              </a:prstGeom>
              <a:blipFill>
                <a:blip r:embed="rId2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2855642" y="4822468"/>
                <a:ext cx="5400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(-0.5f, -0.5f, 0.0f , </a:t>
                </a:r>
                <a:r>
                  <a:rPr lang="en-US" altLang="ko-KR" sz="2400" dirty="0">
                    <a:solidFill>
                      <a:srgbClr val="FF0000"/>
                    </a:solidFill>
                  </a:rPr>
                  <a:t>0.0f, 1.0f</a:t>
                </a:r>
                <a:r>
                  <a:rPr lang="en-US" altLang="ko-KR" sz="2400" dirty="0"/>
                  <a:t>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2" y="4822468"/>
                <a:ext cx="5400601" cy="461665"/>
              </a:xfrm>
              <a:prstGeom prst="rect">
                <a:avLst/>
              </a:prstGeom>
              <a:blipFill>
                <a:blip r:embed="rId3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856211" y="5200134"/>
                <a:ext cx="5400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(0.5f, 0.5f, 0.0f , </a:t>
                </a:r>
                <a:r>
                  <a:rPr lang="en-US" altLang="ko-KR" sz="2400" dirty="0">
                    <a:solidFill>
                      <a:srgbClr val="FF0000"/>
                    </a:solidFill>
                  </a:rPr>
                  <a:t>1.0f, 0.0f</a:t>
                </a:r>
                <a:r>
                  <a:rPr lang="en-US" altLang="ko-KR" sz="2400" dirty="0"/>
                  <a:t>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211" y="5200134"/>
                <a:ext cx="5400601" cy="461665"/>
              </a:xfrm>
              <a:prstGeom prst="rect">
                <a:avLst/>
              </a:prstGeom>
              <a:blipFill>
                <a:blip r:embed="rId4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855640" y="5584875"/>
                <a:ext cx="5400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(0.5f, 0.5f, 0.0f , </a:t>
                </a:r>
                <a:r>
                  <a:rPr lang="en-US" altLang="ko-KR" sz="2400" dirty="0">
                    <a:solidFill>
                      <a:srgbClr val="FF0000"/>
                    </a:solidFill>
                  </a:rPr>
                  <a:t>1.0f, 0.0f</a:t>
                </a:r>
                <a:r>
                  <a:rPr lang="en-US" altLang="ko-KR" sz="2400" dirty="0"/>
                  <a:t>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5584875"/>
                <a:ext cx="5400601" cy="461665"/>
              </a:xfrm>
              <a:prstGeom prst="rect">
                <a:avLst/>
              </a:prstGeom>
              <a:blipFill>
                <a:blip r:embed="rId5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855072" y="5969680"/>
                <a:ext cx="5400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4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(-0.5f, -0.5f, 0.0f , </a:t>
                </a:r>
                <a:r>
                  <a:rPr lang="en-US" altLang="ko-KR" sz="2400" dirty="0">
                    <a:solidFill>
                      <a:srgbClr val="FF0000"/>
                    </a:solidFill>
                  </a:rPr>
                  <a:t>0.0f, 1.0f</a:t>
                </a:r>
                <a:r>
                  <a:rPr lang="en-US" altLang="ko-KR" sz="2400" dirty="0"/>
                  <a:t>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072" y="5969680"/>
                <a:ext cx="5400601" cy="461665"/>
              </a:xfrm>
              <a:prstGeom prst="rect">
                <a:avLst/>
              </a:prstGeom>
              <a:blipFill>
                <a:blip r:embed="rId6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855641" y="6351712"/>
                <a:ext cx="540060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sz="2400" i="1">
                            <a:latin typeface="Cambria Math"/>
                          </a:rPr>
                          <m:t>𝑣</m:t>
                        </m:r>
                      </m:e>
                      <m:sub>
                        <m:r>
                          <a:rPr lang="en-US" altLang="ko-KR" sz="2400" i="1">
                            <a:latin typeface="Cambria Math"/>
                          </a:rPr>
                          <m:t>5</m:t>
                        </m:r>
                      </m:sub>
                    </m:sSub>
                  </m:oMath>
                </a14:m>
                <a:r>
                  <a:rPr lang="ko-KR" altLang="en-US" sz="2400" dirty="0"/>
                  <a:t> </a:t>
                </a:r>
                <a:r>
                  <a:rPr lang="en-US" altLang="ko-KR" sz="2400" dirty="0"/>
                  <a:t>= (0.5f, -0.5f, 0.0f , </a:t>
                </a:r>
                <a:r>
                  <a:rPr lang="en-US" altLang="ko-KR" sz="2400" dirty="0">
                    <a:solidFill>
                      <a:srgbClr val="FF0000"/>
                    </a:solidFill>
                  </a:rPr>
                  <a:t>1.0f, 1.0f</a:t>
                </a:r>
                <a:r>
                  <a:rPr lang="en-US" altLang="ko-KR" sz="2400" dirty="0"/>
                  <a:t>)</a:t>
                </a:r>
                <a:endParaRPr lang="ko-KR" altLang="en-US" sz="24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1" y="6351712"/>
                <a:ext cx="5400601" cy="461665"/>
              </a:xfrm>
              <a:prstGeom prst="rect">
                <a:avLst/>
              </a:prstGeom>
              <a:blipFill>
                <a:blip r:embed="rId7"/>
                <a:stretch>
                  <a:fillRect t="-10526" b="-28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" name="그룹 8"/>
          <p:cNvGrpSpPr/>
          <p:nvPr/>
        </p:nvGrpSpPr>
        <p:grpSpPr>
          <a:xfrm>
            <a:off x="3449205" y="1883679"/>
            <a:ext cx="1936575" cy="1814703"/>
            <a:chOff x="1187624" y="4080248"/>
            <a:chExt cx="2448272" cy="1944216"/>
          </a:xfrm>
        </p:grpSpPr>
        <p:sp>
          <p:nvSpPr>
            <p:cNvPr id="10" name="직사각형 9"/>
            <p:cNvSpPr/>
            <p:nvPr/>
          </p:nvSpPr>
          <p:spPr>
            <a:xfrm>
              <a:off x="1187624" y="4080248"/>
              <a:ext cx="2448272" cy="1944216"/>
            </a:xfrm>
            <a:prstGeom prst="rect">
              <a:avLst/>
            </a:prstGeom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/>
            <p:cNvSpPr/>
            <p:nvPr/>
          </p:nvSpPr>
          <p:spPr>
            <a:xfrm>
              <a:off x="1717564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/>
            <p:cNvSpPr/>
            <p:nvPr/>
          </p:nvSpPr>
          <p:spPr>
            <a:xfrm>
              <a:off x="2771800" y="4427972"/>
              <a:ext cx="360040" cy="360040"/>
            </a:xfrm>
            <a:prstGeom prst="ellipse">
              <a:avLst/>
            </a:prstGeom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자유형 12"/>
            <p:cNvSpPr/>
            <p:nvPr/>
          </p:nvSpPr>
          <p:spPr>
            <a:xfrm>
              <a:off x="1646932" y="5076032"/>
              <a:ext cx="1498600" cy="660400"/>
            </a:xfrm>
            <a:custGeom>
              <a:avLst/>
              <a:gdLst>
                <a:gd name="connsiteX0" fmla="*/ 114300 w 1498600"/>
                <a:gd name="connsiteY0" fmla="*/ 444500 h 660400"/>
                <a:gd name="connsiteX1" fmla="*/ 114300 w 1498600"/>
                <a:gd name="connsiteY1" fmla="*/ 444500 h 660400"/>
                <a:gd name="connsiteX2" fmla="*/ 25400 w 1498600"/>
                <a:gd name="connsiteY2" fmla="*/ 317500 h 660400"/>
                <a:gd name="connsiteX3" fmla="*/ 0 w 1498600"/>
                <a:gd name="connsiteY3" fmla="*/ 241300 h 660400"/>
                <a:gd name="connsiteX4" fmla="*/ 12700 w 1498600"/>
                <a:gd name="connsiteY4" fmla="*/ 88900 h 660400"/>
                <a:gd name="connsiteX5" fmla="*/ 25400 w 1498600"/>
                <a:gd name="connsiteY5" fmla="*/ 50800 h 660400"/>
                <a:gd name="connsiteX6" fmla="*/ 76200 w 1498600"/>
                <a:gd name="connsiteY6" fmla="*/ 12700 h 660400"/>
                <a:gd name="connsiteX7" fmla="*/ 114300 w 1498600"/>
                <a:gd name="connsiteY7" fmla="*/ 0 h 660400"/>
                <a:gd name="connsiteX8" fmla="*/ 203200 w 1498600"/>
                <a:gd name="connsiteY8" fmla="*/ 50800 h 660400"/>
                <a:gd name="connsiteX9" fmla="*/ 241300 w 1498600"/>
                <a:gd name="connsiteY9" fmla="*/ 63500 h 660400"/>
                <a:gd name="connsiteX10" fmla="*/ 317500 w 1498600"/>
                <a:gd name="connsiteY10" fmla="*/ 114300 h 660400"/>
                <a:gd name="connsiteX11" fmla="*/ 393700 w 1498600"/>
                <a:gd name="connsiteY11" fmla="*/ 139700 h 660400"/>
                <a:gd name="connsiteX12" fmla="*/ 444500 w 1498600"/>
                <a:gd name="connsiteY12" fmla="*/ 165100 h 660400"/>
                <a:gd name="connsiteX13" fmla="*/ 584200 w 1498600"/>
                <a:gd name="connsiteY13" fmla="*/ 203200 h 660400"/>
                <a:gd name="connsiteX14" fmla="*/ 787400 w 1498600"/>
                <a:gd name="connsiteY14" fmla="*/ 177800 h 660400"/>
                <a:gd name="connsiteX15" fmla="*/ 863600 w 1498600"/>
                <a:gd name="connsiteY15" fmla="*/ 139700 h 660400"/>
                <a:gd name="connsiteX16" fmla="*/ 952500 w 1498600"/>
                <a:gd name="connsiteY16" fmla="*/ 114300 h 660400"/>
                <a:gd name="connsiteX17" fmla="*/ 1003300 w 1498600"/>
                <a:gd name="connsiteY17" fmla="*/ 76200 h 660400"/>
                <a:gd name="connsiteX18" fmla="*/ 1041400 w 1498600"/>
                <a:gd name="connsiteY18" fmla="*/ 63500 h 660400"/>
                <a:gd name="connsiteX19" fmla="*/ 1079500 w 1498600"/>
                <a:gd name="connsiteY19" fmla="*/ 38100 h 660400"/>
                <a:gd name="connsiteX20" fmla="*/ 1155700 w 1498600"/>
                <a:gd name="connsiteY20" fmla="*/ 0 h 660400"/>
                <a:gd name="connsiteX21" fmla="*/ 1371600 w 1498600"/>
                <a:gd name="connsiteY21" fmla="*/ 12700 h 660400"/>
                <a:gd name="connsiteX22" fmla="*/ 1409700 w 1498600"/>
                <a:gd name="connsiteY22" fmla="*/ 50800 h 660400"/>
                <a:gd name="connsiteX23" fmla="*/ 1447800 w 1498600"/>
                <a:gd name="connsiteY23" fmla="*/ 76200 h 660400"/>
                <a:gd name="connsiteX24" fmla="*/ 1473200 w 1498600"/>
                <a:gd name="connsiteY24" fmla="*/ 114300 h 660400"/>
                <a:gd name="connsiteX25" fmla="*/ 1498600 w 1498600"/>
                <a:gd name="connsiteY25" fmla="*/ 190500 h 660400"/>
                <a:gd name="connsiteX26" fmla="*/ 1485900 w 1498600"/>
                <a:gd name="connsiteY26" fmla="*/ 304800 h 660400"/>
                <a:gd name="connsiteX27" fmla="*/ 1460500 w 1498600"/>
                <a:gd name="connsiteY27" fmla="*/ 342900 h 660400"/>
                <a:gd name="connsiteX28" fmla="*/ 1447800 w 1498600"/>
                <a:gd name="connsiteY28" fmla="*/ 381000 h 660400"/>
                <a:gd name="connsiteX29" fmla="*/ 1371600 w 1498600"/>
                <a:gd name="connsiteY29" fmla="*/ 457200 h 660400"/>
                <a:gd name="connsiteX30" fmla="*/ 1333500 w 1498600"/>
                <a:gd name="connsiteY30" fmla="*/ 495300 h 660400"/>
                <a:gd name="connsiteX31" fmla="*/ 1295400 w 1498600"/>
                <a:gd name="connsiteY31" fmla="*/ 508000 h 660400"/>
                <a:gd name="connsiteX32" fmla="*/ 1219200 w 1498600"/>
                <a:gd name="connsiteY32" fmla="*/ 558800 h 660400"/>
                <a:gd name="connsiteX33" fmla="*/ 1181100 w 1498600"/>
                <a:gd name="connsiteY33" fmla="*/ 571500 h 660400"/>
                <a:gd name="connsiteX34" fmla="*/ 1143000 w 1498600"/>
                <a:gd name="connsiteY34" fmla="*/ 596900 h 660400"/>
                <a:gd name="connsiteX35" fmla="*/ 1054100 w 1498600"/>
                <a:gd name="connsiteY35" fmla="*/ 622300 h 660400"/>
                <a:gd name="connsiteX36" fmla="*/ 977900 w 1498600"/>
                <a:gd name="connsiteY36" fmla="*/ 647700 h 660400"/>
                <a:gd name="connsiteX37" fmla="*/ 939800 w 1498600"/>
                <a:gd name="connsiteY37" fmla="*/ 660400 h 660400"/>
                <a:gd name="connsiteX38" fmla="*/ 457200 w 1498600"/>
                <a:gd name="connsiteY38" fmla="*/ 647700 h 660400"/>
                <a:gd name="connsiteX39" fmla="*/ 342900 w 1498600"/>
                <a:gd name="connsiteY39" fmla="*/ 609600 h 660400"/>
                <a:gd name="connsiteX40" fmla="*/ 266700 w 1498600"/>
                <a:gd name="connsiteY40" fmla="*/ 584200 h 660400"/>
                <a:gd name="connsiteX41" fmla="*/ 228600 w 1498600"/>
                <a:gd name="connsiteY41" fmla="*/ 571500 h 660400"/>
                <a:gd name="connsiteX42" fmla="*/ 165100 w 1498600"/>
                <a:gd name="connsiteY42" fmla="*/ 520700 h 660400"/>
                <a:gd name="connsiteX43" fmla="*/ 114300 w 1498600"/>
                <a:gd name="connsiteY43" fmla="*/ 444500 h 660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1498600" h="660400">
                  <a:moveTo>
                    <a:pt x="114300" y="444500"/>
                  </a:moveTo>
                  <a:lnTo>
                    <a:pt x="114300" y="444500"/>
                  </a:lnTo>
                  <a:cubicBezTo>
                    <a:pt x="84667" y="402167"/>
                    <a:pt x="41741" y="366523"/>
                    <a:pt x="25400" y="317500"/>
                  </a:cubicBezTo>
                  <a:lnTo>
                    <a:pt x="0" y="241300"/>
                  </a:lnTo>
                  <a:cubicBezTo>
                    <a:pt x="4233" y="190500"/>
                    <a:pt x="5963" y="139429"/>
                    <a:pt x="12700" y="88900"/>
                  </a:cubicBezTo>
                  <a:cubicBezTo>
                    <a:pt x="14469" y="75630"/>
                    <a:pt x="16830" y="61084"/>
                    <a:pt x="25400" y="50800"/>
                  </a:cubicBezTo>
                  <a:cubicBezTo>
                    <a:pt x="38951" y="34539"/>
                    <a:pt x="57822" y="23202"/>
                    <a:pt x="76200" y="12700"/>
                  </a:cubicBezTo>
                  <a:cubicBezTo>
                    <a:pt x="87823" y="6058"/>
                    <a:pt x="101600" y="4233"/>
                    <a:pt x="114300" y="0"/>
                  </a:cubicBezTo>
                  <a:cubicBezTo>
                    <a:pt x="221741" y="26860"/>
                    <a:pt x="112404" y="-9731"/>
                    <a:pt x="203200" y="50800"/>
                  </a:cubicBezTo>
                  <a:cubicBezTo>
                    <a:pt x="214339" y="58226"/>
                    <a:pt x="229598" y="56999"/>
                    <a:pt x="241300" y="63500"/>
                  </a:cubicBezTo>
                  <a:cubicBezTo>
                    <a:pt x="267985" y="78325"/>
                    <a:pt x="288540" y="104647"/>
                    <a:pt x="317500" y="114300"/>
                  </a:cubicBezTo>
                  <a:cubicBezTo>
                    <a:pt x="342900" y="122767"/>
                    <a:pt x="369753" y="127726"/>
                    <a:pt x="393700" y="139700"/>
                  </a:cubicBezTo>
                  <a:cubicBezTo>
                    <a:pt x="410633" y="148167"/>
                    <a:pt x="426922" y="158069"/>
                    <a:pt x="444500" y="165100"/>
                  </a:cubicBezTo>
                  <a:cubicBezTo>
                    <a:pt x="508952" y="190881"/>
                    <a:pt x="520427" y="190445"/>
                    <a:pt x="584200" y="203200"/>
                  </a:cubicBezTo>
                  <a:cubicBezTo>
                    <a:pt x="670952" y="195313"/>
                    <a:pt x="712417" y="196546"/>
                    <a:pt x="787400" y="177800"/>
                  </a:cubicBezTo>
                  <a:cubicBezTo>
                    <a:pt x="851244" y="161839"/>
                    <a:pt x="801519" y="170740"/>
                    <a:pt x="863600" y="139700"/>
                  </a:cubicBezTo>
                  <a:cubicBezTo>
                    <a:pt x="881820" y="130590"/>
                    <a:pt x="936224" y="118369"/>
                    <a:pt x="952500" y="114300"/>
                  </a:cubicBezTo>
                  <a:cubicBezTo>
                    <a:pt x="969433" y="101600"/>
                    <a:pt x="984922" y="86702"/>
                    <a:pt x="1003300" y="76200"/>
                  </a:cubicBezTo>
                  <a:cubicBezTo>
                    <a:pt x="1014923" y="69558"/>
                    <a:pt x="1029426" y="69487"/>
                    <a:pt x="1041400" y="63500"/>
                  </a:cubicBezTo>
                  <a:cubicBezTo>
                    <a:pt x="1055052" y="56674"/>
                    <a:pt x="1065848" y="44926"/>
                    <a:pt x="1079500" y="38100"/>
                  </a:cubicBezTo>
                  <a:cubicBezTo>
                    <a:pt x="1184660" y="-14480"/>
                    <a:pt x="1046511" y="72793"/>
                    <a:pt x="1155700" y="0"/>
                  </a:cubicBezTo>
                  <a:cubicBezTo>
                    <a:pt x="1227667" y="4233"/>
                    <a:pt x="1300909" y="-1438"/>
                    <a:pt x="1371600" y="12700"/>
                  </a:cubicBezTo>
                  <a:cubicBezTo>
                    <a:pt x="1389212" y="16222"/>
                    <a:pt x="1395902" y="39302"/>
                    <a:pt x="1409700" y="50800"/>
                  </a:cubicBezTo>
                  <a:cubicBezTo>
                    <a:pt x="1421426" y="60571"/>
                    <a:pt x="1435100" y="67733"/>
                    <a:pt x="1447800" y="76200"/>
                  </a:cubicBezTo>
                  <a:cubicBezTo>
                    <a:pt x="1456267" y="88900"/>
                    <a:pt x="1467001" y="100352"/>
                    <a:pt x="1473200" y="114300"/>
                  </a:cubicBezTo>
                  <a:cubicBezTo>
                    <a:pt x="1484074" y="138766"/>
                    <a:pt x="1498600" y="190500"/>
                    <a:pt x="1498600" y="190500"/>
                  </a:cubicBezTo>
                  <a:cubicBezTo>
                    <a:pt x="1494367" y="228600"/>
                    <a:pt x="1495197" y="267610"/>
                    <a:pt x="1485900" y="304800"/>
                  </a:cubicBezTo>
                  <a:cubicBezTo>
                    <a:pt x="1482198" y="319608"/>
                    <a:pt x="1467326" y="329248"/>
                    <a:pt x="1460500" y="342900"/>
                  </a:cubicBezTo>
                  <a:cubicBezTo>
                    <a:pt x="1454513" y="354874"/>
                    <a:pt x="1456019" y="370433"/>
                    <a:pt x="1447800" y="381000"/>
                  </a:cubicBezTo>
                  <a:cubicBezTo>
                    <a:pt x="1425747" y="409354"/>
                    <a:pt x="1397000" y="431800"/>
                    <a:pt x="1371600" y="457200"/>
                  </a:cubicBezTo>
                  <a:cubicBezTo>
                    <a:pt x="1358900" y="469900"/>
                    <a:pt x="1350539" y="489620"/>
                    <a:pt x="1333500" y="495300"/>
                  </a:cubicBezTo>
                  <a:cubicBezTo>
                    <a:pt x="1320800" y="499533"/>
                    <a:pt x="1307102" y="501499"/>
                    <a:pt x="1295400" y="508000"/>
                  </a:cubicBezTo>
                  <a:cubicBezTo>
                    <a:pt x="1268715" y="522825"/>
                    <a:pt x="1248160" y="549147"/>
                    <a:pt x="1219200" y="558800"/>
                  </a:cubicBezTo>
                  <a:cubicBezTo>
                    <a:pt x="1206500" y="563033"/>
                    <a:pt x="1193074" y="565513"/>
                    <a:pt x="1181100" y="571500"/>
                  </a:cubicBezTo>
                  <a:cubicBezTo>
                    <a:pt x="1167448" y="578326"/>
                    <a:pt x="1156652" y="590074"/>
                    <a:pt x="1143000" y="596900"/>
                  </a:cubicBezTo>
                  <a:cubicBezTo>
                    <a:pt x="1121660" y="607570"/>
                    <a:pt x="1074445" y="616196"/>
                    <a:pt x="1054100" y="622300"/>
                  </a:cubicBezTo>
                  <a:cubicBezTo>
                    <a:pt x="1028455" y="629993"/>
                    <a:pt x="1003300" y="639233"/>
                    <a:pt x="977900" y="647700"/>
                  </a:cubicBezTo>
                  <a:lnTo>
                    <a:pt x="939800" y="660400"/>
                  </a:lnTo>
                  <a:lnTo>
                    <a:pt x="457200" y="647700"/>
                  </a:lnTo>
                  <a:cubicBezTo>
                    <a:pt x="337736" y="642270"/>
                    <a:pt x="419146" y="643487"/>
                    <a:pt x="342900" y="609600"/>
                  </a:cubicBezTo>
                  <a:cubicBezTo>
                    <a:pt x="318434" y="598726"/>
                    <a:pt x="292100" y="592667"/>
                    <a:pt x="266700" y="584200"/>
                  </a:cubicBezTo>
                  <a:lnTo>
                    <a:pt x="228600" y="571500"/>
                  </a:lnTo>
                  <a:cubicBezTo>
                    <a:pt x="171794" y="486291"/>
                    <a:pt x="238712" y="569775"/>
                    <a:pt x="165100" y="520700"/>
                  </a:cubicBezTo>
                  <a:cubicBezTo>
                    <a:pt x="150156" y="510737"/>
                    <a:pt x="122767" y="457200"/>
                    <a:pt x="114300" y="444500"/>
                  </a:cubicBezTo>
                  <a:close/>
                </a:path>
              </a:pathLst>
            </a:cu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타원 13"/>
          <p:cNvSpPr/>
          <p:nvPr/>
        </p:nvSpPr>
        <p:spPr>
          <a:xfrm>
            <a:off x="3333552" y="1760622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/>
          <p:cNvSpPr/>
          <p:nvPr/>
        </p:nvSpPr>
        <p:spPr>
          <a:xfrm>
            <a:off x="5277768" y="1759987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타원 15"/>
          <p:cNvSpPr/>
          <p:nvPr/>
        </p:nvSpPr>
        <p:spPr>
          <a:xfrm>
            <a:off x="3333552" y="3574690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타원 16"/>
          <p:cNvSpPr/>
          <p:nvPr/>
        </p:nvSpPr>
        <p:spPr>
          <a:xfrm>
            <a:off x="5277768" y="3574055"/>
            <a:ext cx="216024" cy="247382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직선 연결선 17"/>
          <p:cNvCxnSpPr>
            <a:stCxn id="14" idx="4"/>
            <a:endCxn id="16" idx="0"/>
          </p:cNvCxnSpPr>
          <p:nvPr/>
        </p:nvCxnSpPr>
        <p:spPr>
          <a:xfrm>
            <a:off x="3441564" y="2008004"/>
            <a:ext cx="0" cy="156668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/>
          <p:cNvCxnSpPr>
            <a:stCxn id="14" idx="6"/>
            <a:endCxn id="15" idx="2"/>
          </p:cNvCxnSpPr>
          <p:nvPr/>
        </p:nvCxnSpPr>
        <p:spPr>
          <a:xfrm flipV="1">
            <a:off x="3549576" y="1883679"/>
            <a:ext cx="1728192" cy="63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연결선 19"/>
          <p:cNvCxnSpPr>
            <a:stCxn id="15" idx="4"/>
            <a:endCxn id="17" idx="0"/>
          </p:cNvCxnSpPr>
          <p:nvPr/>
        </p:nvCxnSpPr>
        <p:spPr>
          <a:xfrm>
            <a:off x="5385780" y="2007369"/>
            <a:ext cx="0" cy="1566686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stCxn id="16" idx="6"/>
            <a:endCxn id="17" idx="2"/>
          </p:cNvCxnSpPr>
          <p:nvPr/>
        </p:nvCxnSpPr>
        <p:spPr>
          <a:xfrm flipV="1">
            <a:off x="3549576" y="3697747"/>
            <a:ext cx="1728192" cy="635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stCxn id="16" idx="7"/>
            <a:endCxn id="15" idx="3"/>
          </p:cNvCxnSpPr>
          <p:nvPr/>
        </p:nvCxnSpPr>
        <p:spPr>
          <a:xfrm flipV="1">
            <a:off x="3517940" y="1971142"/>
            <a:ext cx="1791464" cy="1639777"/>
          </a:xfrm>
          <a:prstGeom prst="lin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874876" y="1268760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4876" y="1268760"/>
                <a:ext cx="50405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855640" y="3789174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altLang="ko-KR" sz="2800" i="1">
                          <a:latin typeface="Cambria Math"/>
                        </a:rPr>
                        <m:t>,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5640" y="3789174"/>
                <a:ext cx="504056" cy="523220"/>
              </a:xfrm>
              <a:prstGeom prst="rect">
                <a:avLst/>
              </a:prstGeom>
              <a:blipFill>
                <a:blip r:embed="rId9"/>
                <a:stretch>
                  <a:fillRect r="-7590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340666" y="1268760"/>
                <a:ext cx="125421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altLang="ko-KR" sz="2800" i="1">
                          <a:latin typeface="Cambria Math"/>
                        </a:rPr>
                        <m:t>, </m:t>
                      </m:r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0666" y="1268760"/>
                <a:ext cx="1254212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5463716" y="3738096"/>
                <a:ext cx="5040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3716" y="3738096"/>
                <a:ext cx="50405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938586" y="812926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586" y="812926"/>
                <a:ext cx="317655" cy="523220"/>
              </a:xfrm>
              <a:prstGeom prst="rect">
                <a:avLst/>
              </a:prstGeom>
              <a:blipFill>
                <a:blip r:embed="rId12"/>
                <a:stretch>
                  <a:fillRect r="-134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10026818" y="812926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818" y="812926"/>
                <a:ext cx="317655" cy="523220"/>
              </a:xfrm>
              <a:prstGeom prst="rect">
                <a:avLst/>
              </a:prstGeom>
              <a:blipFill>
                <a:blip r:embed="rId13"/>
                <a:stretch>
                  <a:fillRect r="-30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0026818" y="1426689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818" y="1426689"/>
                <a:ext cx="317655" cy="523220"/>
              </a:xfrm>
              <a:prstGeom prst="rect">
                <a:avLst/>
              </a:prstGeom>
              <a:blipFill>
                <a:blip r:embed="rId14"/>
                <a:stretch>
                  <a:fillRect r="-2692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10026818" y="2118226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6818" y="2118226"/>
                <a:ext cx="317655" cy="523220"/>
              </a:xfrm>
              <a:prstGeom prst="rect">
                <a:avLst/>
              </a:prstGeom>
              <a:blipFill>
                <a:blip r:embed="rId15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7938586" y="1508741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586" y="1508741"/>
                <a:ext cx="317655" cy="523220"/>
              </a:xfrm>
              <a:prstGeom prst="rect">
                <a:avLst/>
              </a:prstGeom>
              <a:blipFill>
                <a:blip r:embed="rId16"/>
                <a:stretch>
                  <a:fillRect r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938586" y="2231914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586" y="2231914"/>
                <a:ext cx="317655" cy="523220"/>
              </a:xfrm>
              <a:prstGeom prst="rect">
                <a:avLst/>
              </a:prstGeom>
              <a:blipFill>
                <a:blip r:embed="rId17"/>
                <a:stretch>
                  <a:fillRect r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직선 화살표 연결선 32"/>
          <p:cNvCxnSpPr>
            <a:stCxn id="27" idx="3"/>
            <a:endCxn id="28" idx="1"/>
          </p:cNvCxnSpPr>
          <p:nvPr/>
        </p:nvCxnSpPr>
        <p:spPr>
          <a:xfrm>
            <a:off x="8256241" y="1074536"/>
            <a:ext cx="1770577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/>
          <p:cNvCxnSpPr>
            <a:stCxn id="31" idx="3"/>
            <a:endCxn id="29" idx="1"/>
          </p:cNvCxnSpPr>
          <p:nvPr/>
        </p:nvCxnSpPr>
        <p:spPr>
          <a:xfrm flipV="1">
            <a:off x="8256241" y="1688299"/>
            <a:ext cx="1770577" cy="82052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/>
          <p:cNvCxnSpPr>
            <a:stCxn id="32" idx="3"/>
            <a:endCxn id="30" idx="1"/>
          </p:cNvCxnSpPr>
          <p:nvPr/>
        </p:nvCxnSpPr>
        <p:spPr>
          <a:xfrm flipV="1">
            <a:off x="8256241" y="2379836"/>
            <a:ext cx="1770577" cy="11368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10109349" y="3297603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9349" y="3297603"/>
                <a:ext cx="317655" cy="523220"/>
              </a:xfrm>
              <a:prstGeom prst="rect">
                <a:avLst/>
              </a:prstGeom>
              <a:blipFill>
                <a:blip r:embed="rId18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10109349" y="3911366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9349" y="3911366"/>
                <a:ext cx="317655" cy="523220"/>
              </a:xfrm>
              <a:prstGeom prst="rect">
                <a:avLst/>
              </a:prstGeom>
              <a:blipFill>
                <a:blip r:embed="rId19"/>
                <a:stretch>
                  <a:fillRect r="-28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10109349" y="4602903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5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9349" y="4602903"/>
                <a:ext cx="317655" cy="523220"/>
              </a:xfrm>
              <a:prstGeom prst="rect">
                <a:avLst/>
              </a:prstGeom>
              <a:blipFill>
                <a:blip r:embed="rId20"/>
                <a:stretch>
                  <a:fillRect r="-3076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7938586" y="2974776"/>
                <a:ext cx="3176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2800" i="1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US" altLang="ko-KR" sz="2800" i="1">
                              <a:latin typeface="Cambria Math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ko-KR" altLang="en-US" sz="28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8586" y="2974776"/>
                <a:ext cx="317655" cy="523220"/>
              </a:xfrm>
              <a:prstGeom prst="rect">
                <a:avLst/>
              </a:prstGeom>
              <a:blipFill>
                <a:blip r:embed="rId21"/>
                <a:stretch>
                  <a:fillRect r="-11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직선 화살표 연결선 39"/>
          <p:cNvCxnSpPr>
            <a:stCxn id="39" idx="3"/>
            <a:endCxn id="38" idx="1"/>
          </p:cNvCxnSpPr>
          <p:nvPr/>
        </p:nvCxnSpPr>
        <p:spPr>
          <a:xfrm>
            <a:off x="8256240" y="3236387"/>
            <a:ext cx="1853108" cy="162812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/>
          <p:cNvCxnSpPr>
            <a:stCxn id="31" idx="3"/>
            <a:endCxn id="37" idx="1"/>
          </p:cNvCxnSpPr>
          <p:nvPr/>
        </p:nvCxnSpPr>
        <p:spPr>
          <a:xfrm>
            <a:off x="8256240" y="1770352"/>
            <a:ext cx="1853108" cy="2402625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화살표 연결선 41"/>
          <p:cNvCxnSpPr>
            <a:stCxn id="32" idx="3"/>
            <a:endCxn id="36" idx="1"/>
          </p:cNvCxnSpPr>
          <p:nvPr/>
        </p:nvCxnSpPr>
        <p:spPr>
          <a:xfrm>
            <a:off x="8256240" y="2493525"/>
            <a:ext cx="1853108" cy="106568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5735961" y="2418889"/>
                <a:ext cx="18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(0.0f, 1.0f)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1" y="2418889"/>
                <a:ext cx="1800200" cy="369332"/>
              </a:xfrm>
              <a:prstGeom prst="rect">
                <a:avLst/>
              </a:prstGeom>
              <a:blipFill>
                <a:blip r:embed="rId22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5735961" y="2040537"/>
                <a:ext cx="18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(0.0f, 0.0f)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1" y="2040537"/>
                <a:ext cx="1800200" cy="369332"/>
              </a:xfrm>
              <a:prstGeom prst="rect">
                <a:avLst/>
              </a:prstGeom>
              <a:blipFill>
                <a:blip r:embed="rId23"/>
                <a:stretch>
                  <a:fillRect t="-10000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735961" y="3159280"/>
                <a:ext cx="18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3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(1.0f, 1.0f)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1" y="3159280"/>
                <a:ext cx="1800200" cy="369332"/>
              </a:xfrm>
              <a:prstGeom prst="rect">
                <a:avLst/>
              </a:prstGeom>
              <a:blipFill>
                <a:blip r:embed="rId2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5735961" y="2780928"/>
                <a:ext cx="1800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atinLnBrk="0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/>
                          </a:rPr>
                          <m:t>𝑡</m:t>
                        </m:r>
                      </m:e>
                      <m:sub>
                        <m:r>
                          <a:rPr lang="en-US" altLang="ko-KR" i="1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(1.0f, 0.0f)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5961" y="2780928"/>
                <a:ext cx="1800200" cy="369332"/>
              </a:xfrm>
              <a:prstGeom prst="rect">
                <a:avLst/>
              </a:prstGeom>
              <a:blipFill>
                <a:blip r:embed="rId2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89695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50797" y="1628800"/>
            <a:ext cx="10131425" cy="1456267"/>
          </a:xfrm>
        </p:spPr>
        <p:txBody>
          <a:bodyPr/>
          <a:lstStyle/>
          <a:p>
            <a:r>
              <a:rPr lang="en-US" altLang="ko-KR" dirty="0"/>
              <a:t>u, v </a:t>
            </a:r>
            <a:r>
              <a:rPr lang="ko-KR" altLang="en-US" dirty="0"/>
              <a:t>좌표가 </a:t>
            </a:r>
            <a:r>
              <a:rPr lang="en-US" altLang="ko-KR" dirty="0"/>
              <a:t>0</a:t>
            </a:r>
            <a:r>
              <a:rPr lang="ko-KR" altLang="en-US" dirty="0"/>
              <a:t>보다 작거나 </a:t>
            </a:r>
            <a:r>
              <a:rPr lang="en-US" altLang="ko-KR" dirty="0"/>
              <a:t>1</a:t>
            </a:r>
            <a:r>
              <a:rPr lang="ko-KR" altLang="en-US" dirty="0"/>
              <a:t>보다 클 경우</a:t>
            </a:r>
            <a:endParaRPr lang="en-US" altLang="ko-KR" dirty="0"/>
          </a:p>
          <a:p>
            <a:pPr lvl="1"/>
            <a:r>
              <a:rPr lang="en-US" altLang="ko-KR" dirty="0"/>
              <a:t>wrap </a:t>
            </a:r>
            <a:r>
              <a:rPr lang="ko-KR" altLang="en-US" dirty="0"/>
              <a:t>형식에 따라 채워짐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6" y="2780929"/>
            <a:ext cx="2592288" cy="200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9616" y="4834464"/>
            <a:ext cx="2592288" cy="1994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049" y="2780929"/>
            <a:ext cx="2562966" cy="2006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28048" y="4834464"/>
            <a:ext cx="2562967" cy="19941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883651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</a:t>
            </a:r>
            <a:r>
              <a:rPr lang="ko-KR" altLang="en-US" dirty="0" err="1"/>
              <a:t>매핑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샘플링</a:t>
            </a:r>
          </a:p>
        </p:txBody>
      </p:sp>
      <p:pic>
        <p:nvPicPr>
          <p:cNvPr id="2050" name="Picture 2" descr="http://cfile23.uf.tistory.com/image/184CED3C4F4B90CC17120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7768" y="2258368"/>
            <a:ext cx="4176464" cy="4176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0949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생성</a:t>
            </a:r>
            <a:endParaRPr lang="en-US" altLang="ko-KR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68465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AFF01B7-A4CE-18BE-252F-AC72275B2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 코드</a:t>
            </a:r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B9E0E991-C145-2495-DFC5-8030D5B6D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en-US" altLang="ko-KR" dirty="0" err="1"/>
              <a:t>GLuint</a:t>
            </a:r>
            <a:r>
              <a:rPr lang="en-US" altLang="ko-KR" dirty="0"/>
              <a:t> </a:t>
            </a:r>
            <a:r>
              <a:rPr lang="en-US" altLang="ko-KR" dirty="0" err="1"/>
              <a:t>CreatePngTexture</a:t>
            </a:r>
            <a:r>
              <a:rPr lang="en-US" altLang="ko-KR" dirty="0"/>
              <a:t>(char* </a:t>
            </a:r>
            <a:r>
              <a:rPr lang="en-US" altLang="ko-KR" dirty="0" err="1"/>
              <a:t>filePath</a:t>
            </a:r>
            <a:r>
              <a:rPr lang="en-US" altLang="ko-KR" dirty="0"/>
              <a:t>, </a:t>
            </a:r>
            <a:r>
              <a:rPr lang="en-US" altLang="ko-KR" dirty="0" err="1"/>
              <a:t>GLuint</a:t>
            </a:r>
            <a:r>
              <a:rPr lang="en-US" altLang="ko-KR" dirty="0"/>
              <a:t> </a:t>
            </a:r>
            <a:r>
              <a:rPr lang="en-US" altLang="ko-KR" dirty="0" err="1"/>
              <a:t>samplingMethod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m_RGBTexture</a:t>
            </a:r>
            <a:r>
              <a:rPr lang="en-US" altLang="ko-KR" dirty="0"/>
              <a:t> = </a:t>
            </a:r>
            <a:r>
              <a:rPr lang="en-US" altLang="ko-KR" dirty="0" err="1"/>
              <a:t>CreatePngTexture</a:t>
            </a:r>
            <a:r>
              <a:rPr lang="en-US" altLang="ko-KR" dirty="0"/>
              <a:t>("./rgb.png", GL_NEAREST);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#include "</a:t>
            </a:r>
            <a:r>
              <a:rPr lang="en-US" altLang="ko-KR" dirty="0" err="1"/>
              <a:t>LoadPng.h</a:t>
            </a:r>
            <a:r>
              <a:rPr lang="en-US" altLang="ko-KR" dirty="0"/>
              <a:t>"</a:t>
            </a:r>
          </a:p>
          <a:p>
            <a:endParaRPr lang="en-US" altLang="ko-KR" dirty="0"/>
          </a:p>
          <a:p>
            <a:r>
              <a:rPr lang="en-US" altLang="ko-KR" dirty="0" err="1"/>
              <a:t>GLuint</a:t>
            </a:r>
            <a:r>
              <a:rPr lang="en-US" altLang="ko-KR" dirty="0"/>
              <a:t> Renderer::</a:t>
            </a:r>
            <a:r>
              <a:rPr lang="en-US" altLang="ko-KR" dirty="0" err="1"/>
              <a:t>CreatePngTexture</a:t>
            </a:r>
            <a:r>
              <a:rPr lang="en-US" altLang="ko-KR" dirty="0"/>
              <a:t>(char* </a:t>
            </a:r>
            <a:r>
              <a:rPr lang="en-US" altLang="ko-KR" dirty="0" err="1"/>
              <a:t>filePath</a:t>
            </a:r>
            <a:r>
              <a:rPr lang="en-US" altLang="ko-KR" dirty="0"/>
              <a:t>, </a:t>
            </a:r>
            <a:r>
              <a:rPr lang="en-US" altLang="ko-KR" dirty="0" err="1"/>
              <a:t>GLuint</a:t>
            </a:r>
            <a:r>
              <a:rPr lang="en-US" altLang="ko-KR" dirty="0"/>
              <a:t> </a:t>
            </a:r>
            <a:r>
              <a:rPr lang="en-US" altLang="ko-KR" dirty="0" err="1"/>
              <a:t>samplingMethod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{</a:t>
            </a:r>
          </a:p>
          <a:p>
            <a:r>
              <a:rPr lang="en-US" altLang="ko-KR" dirty="0"/>
              <a:t>	//Load </a:t>
            </a:r>
            <a:r>
              <a:rPr lang="en-US" altLang="ko-KR" dirty="0" err="1"/>
              <a:t>Png</a:t>
            </a:r>
            <a:endParaRPr lang="en-US" altLang="ko-KR" dirty="0"/>
          </a:p>
          <a:p>
            <a:r>
              <a:rPr lang="en-US" altLang="ko-KR" dirty="0"/>
              <a:t>	std::vector&lt;unsigned char&gt; image;</a:t>
            </a:r>
          </a:p>
          <a:p>
            <a:r>
              <a:rPr lang="en-US" altLang="ko-KR" dirty="0"/>
              <a:t>	unsigned width, height;</a:t>
            </a:r>
          </a:p>
          <a:p>
            <a:r>
              <a:rPr lang="en-US" altLang="ko-KR" dirty="0"/>
              <a:t>	unsigned error = </a:t>
            </a:r>
            <a:r>
              <a:rPr lang="en-US" altLang="ko-KR" dirty="0" err="1"/>
              <a:t>lodepng</a:t>
            </a:r>
            <a:r>
              <a:rPr lang="en-US" altLang="ko-KR" dirty="0"/>
              <a:t>::decode(image, width, height, </a:t>
            </a:r>
            <a:r>
              <a:rPr lang="en-US" altLang="ko-KR" dirty="0" err="1"/>
              <a:t>filePath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if (error != 0)</a:t>
            </a:r>
          </a:p>
          <a:p>
            <a:r>
              <a:rPr lang="en-US" altLang="ko-KR" dirty="0"/>
              <a:t>	{</a:t>
            </a:r>
          </a:p>
          <a:p>
            <a:r>
              <a:rPr lang="en-US" altLang="ko-KR" dirty="0"/>
              <a:t>		std::</a:t>
            </a:r>
            <a:r>
              <a:rPr lang="en-US" altLang="ko-KR" dirty="0" err="1"/>
              <a:t>cout</a:t>
            </a:r>
            <a:r>
              <a:rPr lang="en-US" altLang="ko-KR" dirty="0"/>
              <a:t> &lt;&lt; "PNG image loading failed:" &lt;&lt; </a:t>
            </a:r>
            <a:r>
              <a:rPr lang="en-US" altLang="ko-KR" dirty="0" err="1"/>
              <a:t>filePath</a:t>
            </a:r>
            <a:r>
              <a:rPr lang="en-US" altLang="ko-KR" dirty="0"/>
              <a:t> &lt;&lt; std::</a:t>
            </a:r>
            <a:r>
              <a:rPr lang="en-US" altLang="ko-KR" dirty="0" err="1"/>
              <a:t>endl</a:t>
            </a:r>
            <a:r>
              <a:rPr lang="en-US" altLang="ko-KR" dirty="0"/>
              <a:t>;</a:t>
            </a:r>
          </a:p>
          <a:p>
            <a:r>
              <a:rPr lang="en-US" altLang="ko-KR" dirty="0"/>
              <a:t>		assert(0);</a:t>
            </a:r>
          </a:p>
          <a:p>
            <a:r>
              <a:rPr lang="en-US" altLang="ko-KR" dirty="0"/>
              <a:t>	}</a:t>
            </a:r>
          </a:p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en-US" altLang="ko-KR" dirty="0" err="1"/>
              <a:t>GLuint</a:t>
            </a:r>
            <a:r>
              <a:rPr lang="en-US" altLang="ko-KR" dirty="0"/>
              <a:t> temp;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glGenTextures</a:t>
            </a:r>
            <a:r>
              <a:rPr lang="en-US" altLang="ko-KR" dirty="0"/>
              <a:t>(1, &amp;temp);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glBindTexture</a:t>
            </a:r>
            <a:r>
              <a:rPr lang="en-US" altLang="ko-KR" dirty="0"/>
              <a:t>(GL_TEXTURE_2D, temp);</a:t>
            </a:r>
          </a:p>
          <a:p>
            <a:r>
              <a:rPr lang="en-US" altLang="ko-KR" dirty="0"/>
              <a:t>	glTexImage2D(GL_TEXTURE_2D, 0, GL_RGBA, width, height, 0, GL_RGBA,</a:t>
            </a:r>
          </a:p>
          <a:p>
            <a:r>
              <a:rPr lang="en-US" altLang="ko-KR" dirty="0"/>
              <a:t>		GL_UNSIGNED_BYTE, &amp;image[0]);</a:t>
            </a:r>
          </a:p>
          <a:p>
            <a:endParaRPr lang="en-US" altLang="ko-KR" dirty="0"/>
          </a:p>
          <a:p>
            <a:r>
              <a:rPr lang="en-US" altLang="ko-KR" dirty="0"/>
              <a:t>	</a:t>
            </a:r>
            <a:r>
              <a:rPr lang="en-US" altLang="ko-KR" dirty="0" err="1"/>
              <a:t>glTexParameterf</a:t>
            </a:r>
            <a:r>
              <a:rPr lang="en-US" altLang="ko-KR" dirty="0"/>
              <a:t>(GL_TEXTURE_2D, GL_TEXTURE_MIN_FILTER, </a:t>
            </a:r>
            <a:r>
              <a:rPr lang="en-US" altLang="ko-KR" dirty="0" err="1"/>
              <a:t>samplingMethod</a:t>
            </a:r>
            <a:r>
              <a:rPr lang="en-US" altLang="ko-KR" dirty="0"/>
              <a:t>);</a:t>
            </a:r>
          </a:p>
          <a:p>
            <a:r>
              <a:rPr lang="en-US" altLang="ko-KR" dirty="0"/>
              <a:t>	</a:t>
            </a:r>
            <a:r>
              <a:rPr lang="en-US" altLang="ko-KR" dirty="0" err="1"/>
              <a:t>glTexParameterf</a:t>
            </a:r>
            <a:r>
              <a:rPr lang="en-US" altLang="ko-KR" dirty="0"/>
              <a:t>(GL_TEXTURE_2D, GL_TEXTURE_MAG_FILTER, </a:t>
            </a:r>
            <a:r>
              <a:rPr lang="en-US" altLang="ko-KR" dirty="0" err="1"/>
              <a:t>samplingMethod</a:t>
            </a:r>
            <a:r>
              <a:rPr lang="en-US" altLang="ko-KR" dirty="0"/>
              <a:t>);</a:t>
            </a:r>
          </a:p>
          <a:p>
            <a:endParaRPr lang="en-US" altLang="ko-KR" dirty="0"/>
          </a:p>
          <a:p>
            <a:r>
              <a:rPr lang="en-US" altLang="ko-KR" dirty="0"/>
              <a:t>	return temp;</a:t>
            </a:r>
          </a:p>
          <a:p>
            <a:r>
              <a:rPr lang="en-US" altLang="ko-KR" dirty="0"/>
              <a:t>}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3154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사용</a:t>
            </a:r>
            <a:endParaRPr lang="en-US" altLang="ko-KR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59460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텍스쳐</a:t>
            </a:r>
            <a:r>
              <a:rPr lang="ko-KR" altLang="en-US" dirty="0"/>
              <a:t> 사용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775520" y="4941169"/>
            <a:ext cx="88924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uniformTex</a:t>
            </a:r>
            <a:r>
              <a:rPr lang="en-US" altLang="ko-KR" dirty="0"/>
              <a:t> = </a:t>
            </a:r>
            <a:r>
              <a:rPr lang="en-US" altLang="ko-KR" dirty="0" err="1"/>
              <a:t>glGetUniformLocation</a:t>
            </a:r>
            <a:r>
              <a:rPr lang="en-US" altLang="ko-KR" dirty="0"/>
              <a:t>(</a:t>
            </a:r>
            <a:r>
              <a:rPr lang="en-US" altLang="ko-KR" dirty="0" err="1"/>
              <a:t>gShaderProgram</a:t>
            </a:r>
            <a:r>
              <a:rPr lang="en-US" altLang="ko-KR" dirty="0"/>
              <a:t>, "</a:t>
            </a:r>
            <a:r>
              <a:rPr lang="en-US" altLang="ko-KR" dirty="0" err="1"/>
              <a:t>uTexSampler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glUniform1i(</a:t>
            </a:r>
            <a:r>
              <a:rPr lang="en-US" altLang="ko-KR" dirty="0" err="1"/>
              <a:t>uniformTex</a:t>
            </a:r>
            <a:r>
              <a:rPr lang="en-US" altLang="ko-KR" dirty="0"/>
              <a:t>, 0);</a:t>
            </a:r>
          </a:p>
          <a:p>
            <a:r>
              <a:rPr lang="en-US" altLang="ko-KR" dirty="0" err="1"/>
              <a:t>glActiveTexture</a:t>
            </a:r>
            <a:r>
              <a:rPr lang="en-US" altLang="ko-KR" dirty="0"/>
              <a:t>(GL_TEXTURE0); 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</a:t>
            </a:r>
            <a:r>
              <a:rPr lang="en-US" altLang="ko-KR" dirty="0" err="1"/>
              <a:t>gTextureID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1919536" y="1412776"/>
            <a:ext cx="3707904" cy="3108543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/>
              <a:t>#version 330</a:t>
            </a:r>
          </a:p>
          <a:p>
            <a:endParaRPr lang="ko-KR" altLang="en-US" sz="1600" dirty="0"/>
          </a:p>
          <a:p>
            <a:r>
              <a:rPr lang="en-US" altLang="ko-KR" sz="1600" dirty="0"/>
              <a:t>in vec3 Position;</a:t>
            </a:r>
          </a:p>
          <a:p>
            <a:r>
              <a:rPr lang="en-US" altLang="ko-KR" sz="1600" dirty="0"/>
              <a:t>in vec2 </a:t>
            </a:r>
            <a:r>
              <a:rPr lang="en-US" altLang="ko-KR" sz="1600" dirty="0" err="1"/>
              <a:t>TexPos</a:t>
            </a:r>
            <a:r>
              <a:rPr lang="en-US" altLang="ko-KR" sz="1600" dirty="0"/>
              <a:t>;</a:t>
            </a:r>
          </a:p>
          <a:p>
            <a:endParaRPr lang="ko-KR" altLang="en-US" sz="1600" dirty="0"/>
          </a:p>
          <a:p>
            <a:r>
              <a:rPr lang="en-US" altLang="ko-KR" sz="1600" dirty="0"/>
              <a:t>out vec2 </a:t>
            </a:r>
            <a:r>
              <a:rPr lang="en-US" altLang="ko-KR" sz="1600" dirty="0" err="1"/>
              <a:t>vTexPos</a:t>
            </a:r>
            <a:r>
              <a:rPr lang="en-US" altLang="ko-KR" sz="1600" dirty="0"/>
              <a:t>;</a:t>
            </a:r>
          </a:p>
          <a:p>
            <a:endParaRPr lang="ko-KR" altLang="en-US" sz="1600" dirty="0"/>
          </a:p>
          <a:p>
            <a:r>
              <a:rPr lang="en-US" altLang="ko-KR" sz="1600" dirty="0"/>
              <a:t>void main()</a:t>
            </a:r>
          </a:p>
          <a:p>
            <a:r>
              <a:rPr lang="en-US" altLang="ko-KR" sz="1600" dirty="0"/>
              <a:t>{</a:t>
            </a:r>
          </a:p>
          <a:p>
            <a:r>
              <a:rPr lang="en-US" altLang="ko-KR" sz="1600" dirty="0"/>
              <a:t>    </a:t>
            </a:r>
            <a:r>
              <a:rPr lang="en-US" altLang="ko-KR" sz="1600" dirty="0" err="1"/>
              <a:t>gl_Position</a:t>
            </a:r>
            <a:r>
              <a:rPr lang="en-US" altLang="ko-KR" sz="1600" dirty="0"/>
              <a:t> = vec4(Position, 1.0);</a:t>
            </a:r>
          </a:p>
          <a:p>
            <a:r>
              <a:rPr lang="en-US" altLang="ko-KR" sz="1600" dirty="0"/>
              <a:t>    </a:t>
            </a:r>
            <a:r>
              <a:rPr lang="en-US" altLang="ko-KR" sz="1600" dirty="0" err="1"/>
              <a:t>vTexPos</a:t>
            </a:r>
            <a:r>
              <a:rPr lang="en-US" altLang="ko-KR" sz="1600" dirty="0"/>
              <a:t> = </a:t>
            </a:r>
            <a:r>
              <a:rPr lang="en-US" altLang="ko-KR" sz="1600" dirty="0" err="1"/>
              <a:t>TexPos</a:t>
            </a:r>
            <a:r>
              <a:rPr lang="en-US" altLang="ko-KR" sz="1600" dirty="0"/>
              <a:t>;</a:t>
            </a:r>
          </a:p>
          <a:p>
            <a:r>
              <a:rPr lang="en-US" altLang="ko-KR" sz="1600" dirty="0"/>
              <a:t>}</a:t>
            </a:r>
            <a:endParaRPr lang="ko-KR" altLang="en-US" sz="1600" dirty="0"/>
          </a:p>
        </p:txBody>
      </p:sp>
      <p:sp>
        <p:nvSpPr>
          <p:cNvPr id="8" name="직사각형 7"/>
          <p:cNvSpPr/>
          <p:nvPr/>
        </p:nvSpPr>
        <p:spPr>
          <a:xfrm>
            <a:off x="6087740" y="1412775"/>
            <a:ext cx="4572000" cy="2831544"/>
          </a:xfrm>
          <a:prstGeom prst="rect">
            <a:avLst/>
          </a:prstGeom>
          <a:ln>
            <a:solidFill>
              <a:srgbClr val="00B0F0"/>
            </a:solidFill>
          </a:ln>
        </p:spPr>
        <p:txBody>
          <a:bodyPr>
            <a:spAutoFit/>
          </a:bodyPr>
          <a:lstStyle/>
          <a:p>
            <a:r>
              <a:rPr lang="en-US" altLang="ko-KR" sz="1600" dirty="0"/>
              <a:t>#version 330</a:t>
            </a:r>
          </a:p>
          <a:p>
            <a:endParaRPr lang="ko-KR" altLang="en-US" sz="1600" dirty="0"/>
          </a:p>
          <a:p>
            <a:r>
              <a:rPr lang="en-US" altLang="ko-KR" sz="1600" dirty="0"/>
              <a:t>uniform sampler2D </a:t>
            </a:r>
            <a:r>
              <a:rPr lang="en-US" altLang="ko-KR" sz="1600" dirty="0" err="1"/>
              <a:t>uTexSampler</a:t>
            </a:r>
            <a:r>
              <a:rPr lang="en-US" altLang="ko-KR" sz="1600" dirty="0"/>
              <a:t>;</a:t>
            </a:r>
          </a:p>
          <a:p>
            <a:r>
              <a:rPr lang="en-US" altLang="ko-KR" sz="1600" dirty="0"/>
              <a:t>in vec2 </a:t>
            </a:r>
            <a:r>
              <a:rPr lang="en-US" altLang="ko-KR" sz="1600" dirty="0" err="1"/>
              <a:t>vTexPos</a:t>
            </a:r>
            <a:r>
              <a:rPr lang="en-US" altLang="ko-KR" sz="1600" dirty="0"/>
              <a:t>;</a:t>
            </a:r>
          </a:p>
          <a:p>
            <a:endParaRPr lang="ko-KR" altLang="en-US" sz="1600" dirty="0"/>
          </a:p>
          <a:p>
            <a:r>
              <a:rPr lang="en-US" altLang="ko-KR" sz="1600" dirty="0"/>
              <a:t>out vec4 </a:t>
            </a:r>
            <a:r>
              <a:rPr lang="en-US" altLang="ko-KR" sz="1600" dirty="0" err="1"/>
              <a:t>FragColor</a:t>
            </a:r>
            <a:r>
              <a:rPr lang="en-US" altLang="ko-KR" sz="1600" dirty="0"/>
              <a:t>;</a:t>
            </a:r>
          </a:p>
          <a:p>
            <a:endParaRPr lang="ko-KR" altLang="en-US" sz="1600" dirty="0"/>
          </a:p>
          <a:p>
            <a:r>
              <a:rPr lang="en-US" altLang="ko-KR" sz="1600" dirty="0"/>
              <a:t>void main()</a:t>
            </a:r>
          </a:p>
          <a:p>
            <a:r>
              <a:rPr lang="en-US" altLang="ko-KR" sz="1600" dirty="0"/>
              <a:t>{</a:t>
            </a:r>
          </a:p>
          <a:p>
            <a:r>
              <a:rPr lang="en-US" altLang="ko-KR" sz="1600" dirty="0"/>
              <a:t>    </a:t>
            </a:r>
            <a:r>
              <a:rPr lang="en-US" altLang="ko-KR" sz="1600" dirty="0" err="1"/>
              <a:t>FragColor</a:t>
            </a:r>
            <a:r>
              <a:rPr lang="en-US" altLang="ko-KR" sz="1600" dirty="0"/>
              <a:t> = texture(</a:t>
            </a:r>
            <a:r>
              <a:rPr lang="en-US" altLang="ko-KR" sz="1600" dirty="0" err="1"/>
              <a:t>uTexSampler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vTexPos</a:t>
            </a:r>
            <a:r>
              <a:rPr lang="en-US" altLang="ko-KR" sz="1600" dirty="0"/>
              <a:t>);</a:t>
            </a:r>
          </a:p>
          <a:p>
            <a:r>
              <a:rPr lang="en-US" altLang="ko-KR" sz="1600" dirty="0"/>
              <a:t>}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6567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6126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새로운 </a:t>
            </a:r>
            <a:r>
              <a:rPr lang="en-US" altLang="ko-KR" dirty="0"/>
              <a:t>Shader </a:t>
            </a:r>
            <a:r>
              <a:rPr lang="ko-KR" altLang="en-US" dirty="0"/>
              <a:t>및 </a:t>
            </a:r>
            <a:r>
              <a:rPr lang="en-US" altLang="ko-KR" dirty="0"/>
              <a:t>API </a:t>
            </a:r>
            <a:r>
              <a:rPr lang="ko-KR" altLang="en-US" dirty="0"/>
              <a:t>생성 후 구현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문제 </a:t>
            </a:r>
            <a:r>
              <a:rPr lang="en-US" altLang="ko-KR" dirty="0"/>
              <a:t>: </a:t>
            </a:r>
            <a:r>
              <a:rPr lang="ko-KR" altLang="en-US" dirty="0" err="1"/>
              <a:t>블러</a:t>
            </a:r>
            <a:r>
              <a:rPr lang="ko-KR" altLang="en-US" dirty="0"/>
              <a:t> 효과 구현 해보기</a:t>
            </a:r>
          </a:p>
          <a:p>
            <a:endParaRPr lang="en-US" altLang="ko-KR" dirty="0"/>
          </a:p>
          <a:p>
            <a:r>
              <a:rPr lang="ko-KR" altLang="en-US" dirty="0"/>
              <a:t>문제 </a:t>
            </a:r>
            <a:r>
              <a:rPr lang="en-US" altLang="ko-KR" dirty="0"/>
              <a:t>: </a:t>
            </a:r>
            <a:r>
              <a:rPr lang="ko-KR" altLang="en-US" dirty="0"/>
              <a:t>좌표 꼬아 보기</a:t>
            </a:r>
            <a:endParaRPr lang="en-US" altLang="ko-KR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6080" y="2109747"/>
            <a:ext cx="4107650" cy="410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6848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46265" y="438368"/>
            <a:ext cx="10972800" cy="1143000"/>
          </a:xfrm>
        </p:spPr>
        <p:txBody>
          <a:bodyPr/>
          <a:lstStyle/>
          <a:p>
            <a:r>
              <a:rPr lang="ko-KR" altLang="en-US" dirty="0"/>
              <a:t>실습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81" y="2780927"/>
            <a:ext cx="2857500" cy="144016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85281" y="4221087"/>
            <a:ext cx="2857500" cy="1417340"/>
          </a:xfrm>
          <a:prstGeom prst="rect">
            <a:avLst/>
          </a:prstGeom>
        </p:spPr>
      </p:pic>
      <p:grpSp>
        <p:nvGrpSpPr>
          <p:cNvPr id="15" name="그룹 14"/>
          <p:cNvGrpSpPr/>
          <p:nvPr/>
        </p:nvGrpSpPr>
        <p:grpSpPr>
          <a:xfrm>
            <a:off x="9192344" y="2780927"/>
            <a:ext cx="2847975" cy="2857491"/>
            <a:chOff x="7888387" y="2870093"/>
            <a:chExt cx="2847975" cy="2771774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88387" y="4717942"/>
              <a:ext cx="2847975" cy="923925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88387" y="3794017"/>
              <a:ext cx="2847975" cy="923925"/>
            </a:xfrm>
            <a:prstGeom prst="rect">
              <a:avLst/>
            </a:prstGeom>
          </p:spPr>
        </p:pic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88387" y="2870093"/>
              <a:ext cx="2847975" cy="923924"/>
            </a:xfrm>
            <a:prstGeom prst="rect">
              <a:avLst/>
            </a:prstGeom>
          </p:spPr>
        </p:pic>
      </p:grpSp>
      <p:grpSp>
        <p:nvGrpSpPr>
          <p:cNvPr id="14" name="그룹 13"/>
          <p:cNvGrpSpPr/>
          <p:nvPr/>
        </p:nvGrpSpPr>
        <p:grpSpPr>
          <a:xfrm>
            <a:off x="6209148" y="2780915"/>
            <a:ext cx="2857500" cy="2857500"/>
            <a:chOff x="4223792" y="3140966"/>
            <a:chExt cx="2857500" cy="923927"/>
          </a:xfrm>
        </p:grpSpPr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23792" y="3140968"/>
              <a:ext cx="949896" cy="923925"/>
            </a:xfrm>
            <a:prstGeom prst="rect">
              <a:avLst/>
            </a:prstGeom>
          </p:spPr>
        </p:pic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173688" y="3140967"/>
              <a:ext cx="1008111" cy="923925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181800" y="3140966"/>
              <a:ext cx="899492" cy="923924"/>
            </a:xfrm>
            <a:prstGeom prst="rect">
              <a:avLst/>
            </a:prstGeom>
          </p:spPr>
        </p:pic>
      </p:grpSp>
      <p:sp>
        <p:nvSpPr>
          <p:cNvPr id="16" name="직사각형 15"/>
          <p:cNvSpPr/>
          <p:nvPr/>
        </p:nvSpPr>
        <p:spPr>
          <a:xfrm>
            <a:off x="4727848" y="1729948"/>
            <a:ext cx="24096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문제 </a:t>
            </a:r>
            <a:r>
              <a:rPr lang="en-US" altLang="ko-KR" dirty="0"/>
              <a:t>: </a:t>
            </a:r>
            <a:r>
              <a:rPr lang="ko-KR" altLang="en-US" dirty="0"/>
              <a:t>좌표 꼬아 보기</a:t>
            </a:r>
            <a:endParaRPr lang="en-US" altLang="ko-KR" dirty="0"/>
          </a:p>
        </p:txBody>
      </p:sp>
      <p:grpSp>
        <p:nvGrpSpPr>
          <p:cNvPr id="21" name="그룹 20"/>
          <p:cNvGrpSpPr/>
          <p:nvPr/>
        </p:nvGrpSpPr>
        <p:grpSpPr>
          <a:xfrm>
            <a:off x="3183396" y="2780921"/>
            <a:ext cx="2852685" cy="2857497"/>
            <a:chOff x="5461746" y="399678"/>
            <a:chExt cx="2852685" cy="2857497"/>
          </a:xfrm>
        </p:grpSpPr>
        <p:pic>
          <p:nvPicPr>
            <p:cNvPr id="18" name="그림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364535" y="399681"/>
              <a:ext cx="949896" cy="2857494"/>
            </a:xfrm>
            <a:prstGeom prst="rect">
              <a:avLst/>
            </a:prstGeom>
          </p:spPr>
        </p:pic>
        <p:pic>
          <p:nvPicPr>
            <p:cNvPr id="19" name="그림 1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6423" y="399678"/>
              <a:ext cx="1008111" cy="2857494"/>
            </a:xfrm>
            <a:prstGeom prst="rect">
              <a:avLst/>
            </a:prstGeom>
          </p:spPr>
        </p:pic>
        <p:pic>
          <p:nvPicPr>
            <p:cNvPr id="20" name="그림 19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461746" y="399681"/>
              <a:ext cx="899492" cy="28574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44606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>
            <a:extLst>
              <a:ext uri="{FF2B5EF4-FFF2-40B4-BE49-F238E27FC236}">
                <a16:creationId xmlns:a16="http://schemas.microsoft.com/office/drawing/2014/main" id="{F52A777E-BD42-4DBA-9836-34E8B2E13B85}"/>
              </a:ext>
            </a:extLst>
          </p:cNvPr>
          <p:cNvGrpSpPr/>
          <p:nvPr/>
        </p:nvGrpSpPr>
        <p:grpSpPr>
          <a:xfrm>
            <a:off x="407368" y="2000250"/>
            <a:ext cx="2857500" cy="2857500"/>
            <a:chOff x="3647728" y="2060848"/>
            <a:chExt cx="2857500" cy="28575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E17D27BF-39C6-4C59-ADA1-C8B81C819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647728" y="2060848"/>
              <a:ext cx="2857500" cy="1440160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2909EBC9-4A39-44B8-924B-3D144AE6F6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flipV="1">
              <a:off x="3647728" y="3501008"/>
              <a:ext cx="2857500" cy="1417340"/>
            </a:xfrm>
            <a:prstGeom prst="rect">
              <a:avLst/>
            </a:prstGeom>
          </p:spPr>
        </p:pic>
      </p:grpSp>
      <p:pic>
        <p:nvPicPr>
          <p:cNvPr id="264" name="그림 263">
            <a:extLst>
              <a:ext uri="{FF2B5EF4-FFF2-40B4-BE49-F238E27FC236}">
                <a16:creationId xmlns:a16="http://schemas.microsoft.com/office/drawing/2014/main" id="{22772FF6-F4B2-4092-9B20-4E36E4F36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5258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>
            <a:extLst>
              <a:ext uri="{FF2B5EF4-FFF2-40B4-BE49-F238E27FC236}">
                <a16:creationId xmlns:a16="http://schemas.microsoft.com/office/drawing/2014/main" id="{AFA1A994-6523-4EE5-B30B-8EFFDC8186D8}"/>
              </a:ext>
            </a:extLst>
          </p:cNvPr>
          <p:cNvGrpSpPr/>
          <p:nvPr/>
        </p:nvGrpSpPr>
        <p:grpSpPr>
          <a:xfrm>
            <a:off x="263352" y="2276872"/>
            <a:ext cx="2852685" cy="2857497"/>
            <a:chOff x="5461746" y="399678"/>
            <a:chExt cx="2852685" cy="2857497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1AE91F3D-8E18-46B1-9E70-8B4FA996B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64535" y="399681"/>
              <a:ext cx="949896" cy="2857494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87A435D4-5264-486A-8FA9-1C3A5A8C5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356423" y="399678"/>
              <a:ext cx="1008111" cy="2857494"/>
            </a:xfrm>
            <a:prstGeom prst="rect">
              <a:avLst/>
            </a:prstGeom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A4436955-E9BB-4B85-AA7D-7ECB9CB341B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461746" y="399681"/>
              <a:ext cx="899492" cy="2857491"/>
            </a:xfrm>
            <a:prstGeom prst="rect">
              <a:avLst/>
            </a:prstGeom>
          </p:spPr>
        </p:pic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15484F54-B8E8-4853-80DD-205448E52F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0" y="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162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1DB81F7E-0E22-A8BD-5EB5-6B053687680F}"/>
              </a:ext>
            </a:extLst>
          </p:cNvPr>
          <p:cNvGrpSpPr/>
          <p:nvPr/>
        </p:nvGrpSpPr>
        <p:grpSpPr>
          <a:xfrm>
            <a:off x="335360" y="1628800"/>
            <a:ext cx="2857500" cy="2857500"/>
            <a:chOff x="4223792" y="3140966"/>
            <a:chExt cx="2857500" cy="92392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9B5EB9D4-C9D1-8AAF-7B9E-41D784B432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23792" y="3140968"/>
              <a:ext cx="949896" cy="923925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8E8A176D-DE70-F6F4-D600-91D8A80F0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73688" y="3140967"/>
              <a:ext cx="1008111" cy="923925"/>
            </a:xfrm>
            <a:prstGeom prst="rect">
              <a:avLst/>
            </a:prstGeom>
          </p:spPr>
        </p:pic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9993C9E0-C96C-CFF9-4ED3-2C897BC37CC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81800" y="3140966"/>
              <a:ext cx="899492" cy="923924"/>
            </a:xfrm>
            <a:prstGeom prst="rect">
              <a:avLst/>
            </a:prstGeom>
          </p:spPr>
        </p:pic>
      </p:grpSp>
      <p:pic>
        <p:nvPicPr>
          <p:cNvPr id="6" name="그림 5">
            <a:extLst>
              <a:ext uri="{FF2B5EF4-FFF2-40B4-BE49-F238E27FC236}">
                <a16:creationId xmlns:a16="http://schemas.microsoft.com/office/drawing/2014/main" id="{E873778D-2BFE-A66F-EF06-BCE59AD41D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000" y="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166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FB5E6075-C3CC-D9CA-DAA7-785CB4FEBBC0}"/>
              </a:ext>
            </a:extLst>
          </p:cNvPr>
          <p:cNvGrpSpPr/>
          <p:nvPr/>
        </p:nvGrpSpPr>
        <p:grpSpPr>
          <a:xfrm>
            <a:off x="116776" y="1930740"/>
            <a:ext cx="4669516" cy="3860265"/>
            <a:chOff x="116776" y="1930740"/>
            <a:chExt cx="4669516" cy="3860265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776" y="3846621"/>
              <a:ext cx="2329255" cy="1944384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46032" y="3846621"/>
              <a:ext cx="2340260" cy="1944384"/>
            </a:xfrm>
            <a:prstGeom prst="rect">
              <a:avLst/>
            </a:prstGeom>
          </p:spPr>
        </p:pic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255990" y="1930740"/>
              <a:ext cx="2340260" cy="1932487"/>
            </a:xfrm>
            <a:prstGeom prst="rect">
              <a:avLst/>
            </a:prstGeom>
          </p:spPr>
        </p:pic>
        <p:pic>
          <p:nvPicPr>
            <p:cNvPr id="6" name="그림 5"/>
            <p:cNvPicPr>
              <a:picLocks noChangeAspect="1"/>
            </p:cNvPicPr>
            <p:nvPr/>
          </p:nvPicPr>
          <p:blipFill rotWithShape="1">
            <a:blip r:embed="rId2"/>
            <a:srcRect r="48556"/>
            <a:stretch/>
          </p:blipFill>
          <p:spPr>
            <a:xfrm>
              <a:off x="3575720" y="1930740"/>
              <a:ext cx="1203930" cy="1933225"/>
            </a:xfrm>
            <a:prstGeom prst="rect">
              <a:avLst/>
            </a:prstGeom>
          </p:spPr>
        </p:pic>
        <p:pic>
          <p:nvPicPr>
            <p:cNvPr id="7" name="그림 6"/>
            <p:cNvPicPr>
              <a:picLocks noChangeAspect="1"/>
            </p:cNvPicPr>
            <p:nvPr/>
          </p:nvPicPr>
          <p:blipFill rotWithShape="1">
            <a:blip r:embed="rId2"/>
            <a:srcRect l="51530"/>
            <a:stretch/>
          </p:blipFill>
          <p:spPr>
            <a:xfrm>
              <a:off x="116777" y="1935428"/>
              <a:ext cx="1134315" cy="1927799"/>
            </a:xfrm>
            <a:prstGeom prst="rect">
              <a:avLst/>
            </a:prstGeom>
          </p:spPr>
        </p:pic>
      </p:grpSp>
      <p:cxnSp>
        <p:nvCxnSpPr>
          <p:cNvPr id="10" name="직선 연결선 9"/>
          <p:cNvCxnSpPr/>
          <p:nvPr/>
        </p:nvCxnSpPr>
        <p:spPr>
          <a:xfrm>
            <a:off x="105772" y="3838317"/>
            <a:ext cx="4680520" cy="0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연결선 10"/>
          <p:cNvCxnSpPr>
            <a:cxnSpLocks/>
          </p:cNvCxnSpPr>
          <p:nvPr/>
        </p:nvCxnSpPr>
        <p:spPr>
          <a:xfrm>
            <a:off x="1241520" y="1930740"/>
            <a:ext cx="0" cy="1915881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>
            <a:cxnSpLocks/>
          </p:cNvCxnSpPr>
          <p:nvPr/>
        </p:nvCxnSpPr>
        <p:spPr>
          <a:xfrm flipH="1">
            <a:off x="3575720" y="1930740"/>
            <a:ext cx="834" cy="1907577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>
            <a:off x="2426365" y="3846621"/>
            <a:ext cx="0" cy="1953761"/>
          </a:xfrm>
          <a:prstGeom prst="line">
            <a:avLst/>
          </a:prstGeom>
          <a:ln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그림 7">
            <a:extLst>
              <a:ext uri="{FF2B5EF4-FFF2-40B4-BE49-F238E27FC236}">
                <a16:creationId xmlns:a16="http://schemas.microsoft.com/office/drawing/2014/main" id="{9DA6B4B8-6E0C-5D7C-2B8E-A35BC2CE8D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0633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grpSp>
        <p:nvGrpSpPr>
          <p:cNvPr id="15" name="그룹 14"/>
          <p:cNvGrpSpPr/>
          <p:nvPr/>
        </p:nvGrpSpPr>
        <p:grpSpPr>
          <a:xfrm>
            <a:off x="191344" y="2132856"/>
            <a:ext cx="4680520" cy="3888768"/>
            <a:chOff x="1991544" y="2060848"/>
            <a:chExt cx="4680520" cy="3888768"/>
          </a:xfrm>
        </p:grpSpPr>
        <p:pic>
          <p:nvPicPr>
            <p:cNvPr id="3" name="그림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1544" y="2060848"/>
              <a:ext cx="2340260" cy="1944384"/>
            </a:xfrm>
            <a:prstGeom prst="rect">
              <a:avLst/>
            </a:prstGeom>
          </p:spPr>
        </p:pic>
        <p:pic>
          <p:nvPicPr>
            <p:cNvPr id="4" name="그림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91544" y="4005232"/>
              <a:ext cx="2340260" cy="1944384"/>
            </a:xfrm>
            <a:prstGeom prst="rect">
              <a:avLst/>
            </a:prstGeom>
          </p:spPr>
        </p:pic>
        <p:cxnSp>
          <p:nvCxnSpPr>
            <p:cNvPr id="11" name="직선 연결선 10"/>
            <p:cNvCxnSpPr/>
            <p:nvPr/>
          </p:nvCxnSpPr>
          <p:spPr>
            <a:xfrm>
              <a:off x="5946682" y="3861216"/>
              <a:ext cx="0" cy="1953761"/>
            </a:xfrm>
            <a:prstGeom prst="line">
              <a:avLst/>
            </a:prstGeom>
            <a:ln>
              <a:solidFill>
                <a:schemeClr val="bg1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그림 11"/>
            <p:cNvPicPr>
              <a:picLocks noChangeAspect="1"/>
            </p:cNvPicPr>
            <p:nvPr/>
          </p:nvPicPr>
          <p:blipFill rotWithShape="1">
            <a:blip r:embed="rId2"/>
            <a:srcRect t="50000"/>
            <a:stretch/>
          </p:blipFill>
          <p:spPr>
            <a:xfrm>
              <a:off x="4331804" y="2060848"/>
              <a:ext cx="2340260" cy="972192"/>
            </a:xfrm>
            <a:prstGeom prst="rect">
              <a:avLst/>
            </a:prstGeom>
          </p:spPr>
        </p:pic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31804" y="3033040"/>
              <a:ext cx="2340260" cy="1944384"/>
            </a:xfrm>
            <a:prstGeom prst="rect">
              <a:avLst/>
            </a:prstGeom>
          </p:spPr>
        </p:pic>
        <p:pic>
          <p:nvPicPr>
            <p:cNvPr id="14" name="그림 13"/>
            <p:cNvPicPr>
              <a:picLocks noChangeAspect="1"/>
            </p:cNvPicPr>
            <p:nvPr/>
          </p:nvPicPr>
          <p:blipFill rotWithShape="1">
            <a:blip r:embed="rId2"/>
            <a:srcRect b="50017"/>
            <a:stretch/>
          </p:blipFill>
          <p:spPr>
            <a:xfrm>
              <a:off x="4331804" y="4977424"/>
              <a:ext cx="2340260" cy="971856"/>
            </a:xfrm>
            <a:prstGeom prst="rect">
              <a:avLst/>
            </a:prstGeom>
          </p:spPr>
        </p:pic>
      </p:grpSp>
      <p:cxnSp>
        <p:nvCxnSpPr>
          <p:cNvPr id="17" name="직선 연결선 16"/>
          <p:cNvCxnSpPr/>
          <p:nvPr/>
        </p:nvCxnSpPr>
        <p:spPr>
          <a:xfrm>
            <a:off x="2521000" y="2132856"/>
            <a:ext cx="0" cy="3888432"/>
          </a:xfrm>
          <a:prstGeom prst="line">
            <a:avLst/>
          </a:prstGeom>
          <a:ln w="3810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/>
          <p:nvPr/>
        </p:nvCxnSpPr>
        <p:spPr>
          <a:xfrm>
            <a:off x="191344" y="4077072"/>
            <a:ext cx="2329656" cy="0"/>
          </a:xfrm>
          <a:prstGeom prst="line">
            <a:avLst/>
          </a:prstGeom>
          <a:ln w="3810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>
            <a:cxnSpLocks/>
            <a:stCxn id="3" idx="3"/>
          </p:cNvCxnSpPr>
          <p:nvPr/>
        </p:nvCxnSpPr>
        <p:spPr>
          <a:xfrm>
            <a:off x="2531604" y="3105048"/>
            <a:ext cx="2340260" cy="0"/>
          </a:xfrm>
          <a:prstGeom prst="line">
            <a:avLst/>
          </a:prstGeom>
          <a:ln w="3810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/>
          <p:cNvCxnSpPr>
            <a:cxnSpLocks/>
          </p:cNvCxnSpPr>
          <p:nvPr/>
        </p:nvCxnSpPr>
        <p:spPr>
          <a:xfrm>
            <a:off x="2531604" y="5049264"/>
            <a:ext cx="2340260" cy="168"/>
          </a:xfrm>
          <a:prstGeom prst="line">
            <a:avLst/>
          </a:prstGeom>
          <a:ln w="38100">
            <a:solidFill>
              <a:schemeClr val="bg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74C69ED4-BC2F-9D3A-3705-654FEE64F4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0"/>
            <a:ext cx="1143000" cy="114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94957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61675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913795" y="2096064"/>
            <a:ext cx="10337191" cy="1122180"/>
          </a:xfrm>
        </p:spPr>
        <p:txBody>
          <a:bodyPr>
            <a:normAutofit fontScale="77500" lnSpcReduction="20000"/>
          </a:bodyPr>
          <a:lstStyle/>
          <a:p>
            <a:r>
              <a:rPr lang="ko-KR" altLang="en-US" dirty="0"/>
              <a:t>지금까지는 </a:t>
            </a:r>
            <a:r>
              <a:rPr lang="en-US" altLang="ko-KR" dirty="0"/>
              <a:t>Texture </a:t>
            </a:r>
            <a:r>
              <a:rPr lang="ko-KR" altLang="en-US" dirty="0"/>
              <a:t>하나만 사용</a:t>
            </a:r>
            <a:endParaRPr lang="en-US" altLang="ko-KR" dirty="0"/>
          </a:p>
          <a:p>
            <a:pPr lvl="1"/>
            <a:r>
              <a:rPr lang="en-US" altLang="ko-KR" dirty="0"/>
              <a:t>Default </a:t>
            </a:r>
            <a:r>
              <a:rPr lang="ko-KR" altLang="en-US" dirty="0"/>
              <a:t>값이 </a:t>
            </a:r>
            <a:r>
              <a:rPr lang="en-US" altLang="ko-KR" dirty="0"/>
              <a:t>0 </a:t>
            </a:r>
            <a:r>
              <a:rPr lang="ko-KR" altLang="en-US" dirty="0"/>
              <a:t>으로 지정되어 있기 때문에 따로 지정을 해 주지 않아도 동작함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1775520" y="3416425"/>
            <a:ext cx="3384376" cy="2484681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Fragment </a:t>
            </a:r>
            <a:r>
              <a:rPr lang="en-US" altLang="ko-KR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1775521" y="3777448"/>
            <a:ext cx="338437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chemeClr val="bg1"/>
                </a:solidFill>
              </a:rPr>
              <a:t>#version 330</a:t>
            </a:r>
          </a:p>
          <a:p>
            <a:endParaRPr lang="en-US" altLang="ko-KR" sz="1050" dirty="0">
              <a:solidFill>
                <a:schemeClr val="bg1"/>
              </a:solidFill>
            </a:endParaRPr>
          </a:p>
          <a:p>
            <a:r>
              <a:rPr lang="en-US" altLang="ko-KR" sz="1050" dirty="0">
                <a:solidFill>
                  <a:schemeClr val="bg1"/>
                </a:solidFill>
              </a:rPr>
              <a:t>in vec2 </a:t>
            </a:r>
            <a:r>
              <a:rPr lang="en-US" altLang="ko-KR" sz="1050" dirty="0" err="1">
                <a:solidFill>
                  <a:schemeClr val="bg1"/>
                </a:solidFill>
              </a:rPr>
              <a:t>vTexPos</a:t>
            </a:r>
            <a:r>
              <a:rPr lang="en-US" altLang="ko-KR" sz="1050" dirty="0">
                <a:solidFill>
                  <a:schemeClr val="bg1"/>
                </a:solidFill>
              </a:rPr>
              <a:t>;</a:t>
            </a:r>
          </a:p>
          <a:p>
            <a:endParaRPr lang="ko-KR" altLang="en-US" sz="1050" dirty="0">
              <a:solidFill>
                <a:schemeClr val="bg1"/>
              </a:solidFill>
            </a:endParaRPr>
          </a:p>
          <a:p>
            <a:r>
              <a:rPr lang="en-US" altLang="ko-KR" sz="1050" dirty="0">
                <a:solidFill>
                  <a:schemeClr val="bg1"/>
                </a:solidFill>
              </a:rPr>
              <a:t>out vec4 </a:t>
            </a:r>
            <a:r>
              <a:rPr lang="en-US" altLang="ko-KR" sz="1050" dirty="0" err="1">
                <a:solidFill>
                  <a:schemeClr val="bg1"/>
                </a:solidFill>
              </a:rPr>
              <a:t>FragColor</a:t>
            </a:r>
            <a:r>
              <a:rPr lang="en-US" altLang="ko-KR" sz="1050" dirty="0">
                <a:solidFill>
                  <a:schemeClr val="bg1"/>
                </a:solidFill>
              </a:rPr>
              <a:t>;</a:t>
            </a:r>
          </a:p>
          <a:p>
            <a:endParaRPr lang="en-US" altLang="ko-KR" sz="1050" dirty="0">
              <a:solidFill>
                <a:schemeClr val="bg1"/>
              </a:solidFill>
            </a:endParaRPr>
          </a:p>
          <a:p>
            <a:r>
              <a:rPr lang="en-US" altLang="ko-KR" sz="1050" dirty="0">
                <a:solidFill>
                  <a:schemeClr val="bg1"/>
                </a:solidFill>
              </a:rPr>
              <a:t>uniform sampler2D </a:t>
            </a:r>
            <a:r>
              <a:rPr lang="en-US" altLang="ko-KR" sz="1050" dirty="0" err="1">
                <a:solidFill>
                  <a:schemeClr val="bg1"/>
                </a:solidFill>
              </a:rPr>
              <a:t>uTexture</a:t>
            </a:r>
            <a:r>
              <a:rPr lang="en-US" altLang="ko-KR" sz="1050" dirty="0">
                <a:solidFill>
                  <a:schemeClr val="bg1"/>
                </a:solidFill>
              </a:rPr>
              <a:t>;</a:t>
            </a:r>
          </a:p>
          <a:p>
            <a:endParaRPr lang="ko-KR" altLang="en-US" sz="1050" dirty="0">
              <a:solidFill>
                <a:schemeClr val="bg1"/>
              </a:solidFill>
            </a:endParaRPr>
          </a:p>
          <a:p>
            <a:r>
              <a:rPr lang="en-US" altLang="ko-KR" sz="1050" dirty="0">
                <a:solidFill>
                  <a:schemeClr val="bg1"/>
                </a:solidFill>
              </a:rPr>
              <a:t>void main()</a:t>
            </a:r>
          </a:p>
          <a:p>
            <a:r>
              <a:rPr lang="en-US" altLang="ko-KR" sz="1050" dirty="0">
                <a:solidFill>
                  <a:schemeClr val="bg1"/>
                </a:solidFill>
              </a:rPr>
              <a:t>{</a:t>
            </a:r>
          </a:p>
          <a:p>
            <a:r>
              <a:rPr lang="en-US" altLang="ko-KR" sz="1050" dirty="0">
                <a:solidFill>
                  <a:schemeClr val="bg1"/>
                </a:solidFill>
              </a:rPr>
              <a:t>    </a:t>
            </a:r>
            <a:r>
              <a:rPr lang="en-US" altLang="ko-KR" sz="1050" dirty="0" err="1">
                <a:solidFill>
                  <a:schemeClr val="bg1"/>
                </a:solidFill>
              </a:rPr>
              <a:t>FragColor</a:t>
            </a:r>
            <a:r>
              <a:rPr lang="en-US" altLang="ko-KR" sz="1050" dirty="0">
                <a:solidFill>
                  <a:schemeClr val="bg1"/>
                </a:solidFill>
              </a:rPr>
              <a:t> = texture(</a:t>
            </a:r>
            <a:r>
              <a:rPr lang="en-US" altLang="ko-KR" sz="1050" dirty="0" err="1">
                <a:solidFill>
                  <a:schemeClr val="bg1"/>
                </a:solidFill>
              </a:rPr>
              <a:t>uTexture</a:t>
            </a:r>
            <a:r>
              <a:rPr lang="en-US" altLang="ko-KR" sz="1050" dirty="0">
                <a:solidFill>
                  <a:schemeClr val="bg1"/>
                </a:solidFill>
              </a:rPr>
              <a:t>, </a:t>
            </a:r>
            <a:r>
              <a:rPr lang="en-US" altLang="ko-KR" sz="1050" dirty="0" err="1">
                <a:solidFill>
                  <a:schemeClr val="bg1"/>
                </a:solidFill>
              </a:rPr>
              <a:t>vTexPos</a:t>
            </a:r>
            <a:r>
              <a:rPr lang="en-US" altLang="ko-KR" sz="1050" dirty="0">
                <a:solidFill>
                  <a:schemeClr val="bg1"/>
                </a:solidFill>
              </a:rPr>
              <a:t>);</a:t>
            </a:r>
          </a:p>
          <a:p>
            <a:r>
              <a:rPr lang="en-US" altLang="ko-KR" sz="1050" dirty="0">
                <a:solidFill>
                  <a:schemeClr val="bg1"/>
                </a:solidFill>
              </a:rPr>
              <a:t>}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5143437" y="3966267"/>
            <a:ext cx="554008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int</a:t>
            </a:r>
            <a:r>
              <a:rPr lang="en-US" altLang="ko-KR" sz="1200" dirty="0"/>
              <a:t> </a:t>
            </a:r>
            <a:r>
              <a:rPr lang="en-US" altLang="ko-KR" sz="1200" dirty="0" err="1"/>
              <a:t>uniformTex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glGetUniformLocation</a:t>
            </a:r>
            <a:r>
              <a:rPr lang="en-US" altLang="ko-KR" sz="1200" dirty="0"/>
              <a:t>(</a:t>
            </a:r>
            <a:r>
              <a:rPr lang="en-US" altLang="ko-KR" sz="1200" dirty="0" err="1"/>
              <a:t>gShaderProgram</a:t>
            </a:r>
            <a:r>
              <a:rPr lang="en-US" altLang="ko-KR" sz="1200" dirty="0"/>
              <a:t>, "</a:t>
            </a:r>
            <a:r>
              <a:rPr lang="en-US" altLang="ko-KR" sz="1200" dirty="0" err="1"/>
              <a:t>uTexSampler</a:t>
            </a:r>
            <a:r>
              <a:rPr lang="en-US" altLang="ko-KR" sz="1200" dirty="0"/>
              <a:t>");</a:t>
            </a:r>
          </a:p>
          <a:p>
            <a:endParaRPr lang="en-US" altLang="ko-KR" sz="1200" dirty="0"/>
          </a:p>
          <a:p>
            <a:r>
              <a:rPr lang="en-US" altLang="ko-KR" sz="1200" dirty="0"/>
              <a:t>glUniform1i(</a:t>
            </a:r>
            <a:r>
              <a:rPr lang="en-US" altLang="ko-KR" sz="1200" dirty="0" err="1"/>
              <a:t>uniformTex</a:t>
            </a:r>
            <a:r>
              <a:rPr lang="en-US" altLang="ko-KR" sz="1200" dirty="0"/>
              <a:t>, 0);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glActiveTexture</a:t>
            </a:r>
            <a:r>
              <a:rPr lang="en-US" altLang="ko-KR" sz="1200" dirty="0"/>
              <a:t>(GL_TEXTURE0); </a:t>
            </a:r>
          </a:p>
          <a:p>
            <a:endParaRPr lang="en-US" altLang="ko-KR" sz="1200" dirty="0"/>
          </a:p>
          <a:p>
            <a:r>
              <a:rPr lang="en-US" altLang="ko-KR" sz="1200" dirty="0" err="1"/>
              <a:t>glBindTexture</a:t>
            </a:r>
            <a:r>
              <a:rPr lang="en-US" altLang="ko-KR" sz="1200" dirty="0"/>
              <a:t>(GL_TEXTURE_2D, </a:t>
            </a:r>
            <a:r>
              <a:rPr lang="en-US" altLang="ko-KR" sz="1200" dirty="0" err="1"/>
              <a:t>gTextureID</a:t>
            </a:r>
            <a:r>
              <a:rPr lang="en-US" altLang="ko-KR" sz="1200" dirty="0"/>
              <a:t>);</a:t>
            </a:r>
            <a:endParaRPr lang="ko-KR" alt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5951984" y="6237312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 err="1"/>
              <a:t>ActiveTexture</a:t>
            </a:r>
            <a:r>
              <a:rPr lang="en-US" altLang="ko-KR" dirty="0"/>
              <a:t> </a:t>
            </a:r>
            <a:r>
              <a:rPr lang="ko-KR" altLang="en-US" dirty="0"/>
              <a:t>가 없어도 동작함</a:t>
            </a:r>
          </a:p>
        </p:txBody>
      </p:sp>
      <p:cxnSp>
        <p:nvCxnSpPr>
          <p:cNvPr id="11" name="직선 화살표 연결선 10"/>
          <p:cNvCxnSpPr/>
          <p:nvPr/>
        </p:nvCxnSpPr>
        <p:spPr>
          <a:xfrm flipH="1" flipV="1">
            <a:off x="6096000" y="4941168"/>
            <a:ext cx="936105" cy="129614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3277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Texture </a:t>
            </a:r>
            <a:r>
              <a:rPr lang="ko-KR" altLang="en-US" dirty="0"/>
              <a:t>가 여러 장일 경우 </a:t>
            </a:r>
            <a:r>
              <a:rPr lang="en-US" altLang="ko-KR" dirty="0" err="1"/>
              <a:t>glActiveTexture</a:t>
            </a:r>
            <a:r>
              <a:rPr lang="en-US" altLang="ko-KR" dirty="0"/>
              <a:t> </a:t>
            </a:r>
            <a:r>
              <a:rPr lang="ko-KR" altLang="en-US" dirty="0"/>
              <a:t>함수를 통해 사용할 </a:t>
            </a:r>
            <a:r>
              <a:rPr lang="en-US" altLang="ko-KR" dirty="0"/>
              <a:t>Texture </a:t>
            </a:r>
            <a:r>
              <a:rPr lang="ko-KR" altLang="en-US" dirty="0"/>
              <a:t>의 번호를 지정해 주어야 함</a:t>
            </a:r>
          </a:p>
        </p:txBody>
      </p:sp>
      <p:sp>
        <p:nvSpPr>
          <p:cNvPr id="10" name="모서리가 둥근 직사각형 9"/>
          <p:cNvSpPr/>
          <p:nvPr/>
        </p:nvSpPr>
        <p:spPr>
          <a:xfrm>
            <a:off x="6960096" y="3933056"/>
            <a:ext cx="2304256" cy="172819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Fragment </a:t>
            </a:r>
            <a:r>
              <a:rPr lang="en-US" altLang="ko-KR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041226" y="3933056"/>
            <a:ext cx="37444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 err="1"/>
              <a:t>gTextureID</a:t>
            </a:r>
            <a:r>
              <a:rPr lang="en-US" altLang="ko-KR" dirty="0"/>
              <a:t> </a:t>
            </a:r>
            <a:r>
              <a:rPr lang="en-US" altLang="ko-KR" dirty="0">
                <a:sym typeface="Wingdings" pitchFamily="2" charset="2"/>
              </a:rPr>
              <a:t> GL_TEXTURE0</a:t>
            </a:r>
          </a:p>
          <a:p>
            <a:pPr latinLnBrk="0"/>
            <a:r>
              <a:rPr lang="en-US" altLang="ko-KR" dirty="0"/>
              <a:t>gTextureID1 </a:t>
            </a:r>
            <a:r>
              <a:rPr lang="en-US" altLang="ko-KR" dirty="0">
                <a:sym typeface="Wingdings" pitchFamily="2" charset="2"/>
              </a:rPr>
              <a:t> GL_TEXTURE1</a:t>
            </a:r>
            <a:endParaRPr lang="ko-KR" altLang="en-US" dirty="0"/>
          </a:p>
          <a:p>
            <a:pPr latinLnBrk="0"/>
            <a:r>
              <a:rPr lang="en-US" altLang="ko-KR" dirty="0"/>
              <a:t>gTextureID2 </a:t>
            </a:r>
            <a:r>
              <a:rPr lang="en-US" altLang="ko-KR" dirty="0">
                <a:sym typeface="Wingdings" pitchFamily="2" charset="2"/>
              </a:rPr>
              <a:t> GL_TEXTURE2</a:t>
            </a:r>
            <a:endParaRPr lang="ko-KR" altLang="en-US" dirty="0"/>
          </a:p>
          <a:p>
            <a:pPr latinLnBrk="0"/>
            <a:r>
              <a:rPr lang="en-US" altLang="ko-KR" dirty="0"/>
              <a:t>gTextureID3 </a:t>
            </a:r>
            <a:r>
              <a:rPr lang="en-US" altLang="ko-KR" dirty="0">
                <a:sym typeface="Wingdings" pitchFamily="2" charset="2"/>
              </a:rPr>
              <a:t> GL_TEXTURE3</a:t>
            </a:r>
            <a:endParaRPr lang="ko-KR" altLang="en-US" dirty="0"/>
          </a:p>
          <a:p>
            <a:pPr latinLnBrk="0"/>
            <a:r>
              <a:rPr lang="en-US" altLang="ko-KR" dirty="0"/>
              <a:t>…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81770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863515" y="1484784"/>
            <a:ext cx="4200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dirty="0" err="1"/>
              <a:t>gTextureID</a:t>
            </a:r>
            <a:r>
              <a:rPr lang="en-US" altLang="ko-KR" dirty="0"/>
              <a:t> </a:t>
            </a:r>
            <a:r>
              <a:rPr lang="en-US" altLang="ko-KR" dirty="0">
                <a:sym typeface="Wingdings" pitchFamily="2" charset="2"/>
              </a:rPr>
              <a:t> GL_TEXTURE0 </a:t>
            </a:r>
            <a:r>
              <a:rPr lang="ko-KR" altLang="en-US" dirty="0">
                <a:sym typeface="Wingdings" pitchFamily="2" charset="2"/>
              </a:rPr>
              <a:t>지정</a:t>
            </a:r>
            <a:r>
              <a:rPr lang="en-US" altLang="ko-KR" dirty="0">
                <a:sym typeface="Wingdings" pitchFamily="2" charset="2"/>
              </a:rPr>
              <a:t> </a:t>
            </a:r>
            <a:r>
              <a:rPr lang="ko-KR" altLang="en-US" dirty="0">
                <a:sym typeface="Wingdings" pitchFamily="2" charset="2"/>
              </a:rPr>
              <a:t>방법</a:t>
            </a:r>
            <a:endParaRPr lang="en-US" altLang="ko-KR" dirty="0">
              <a:sym typeface="Wingdings" pitchFamily="2" charset="2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834203" y="2227830"/>
            <a:ext cx="65527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glActiveTexture</a:t>
            </a:r>
            <a:r>
              <a:rPr lang="en-US" altLang="ko-KR" dirty="0"/>
              <a:t>(GL_TEXTURE0); 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</a:t>
            </a:r>
            <a:r>
              <a:rPr lang="en-US" altLang="ko-KR" dirty="0" err="1"/>
              <a:t>gTextureID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6" name="아래쪽 화살표 5"/>
          <p:cNvSpPr/>
          <p:nvPr/>
        </p:nvSpPr>
        <p:spPr>
          <a:xfrm>
            <a:off x="4079776" y="1905786"/>
            <a:ext cx="1008112" cy="27874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2863515" y="4198123"/>
            <a:ext cx="42003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atinLnBrk="0"/>
            <a:r>
              <a:rPr lang="en-US" altLang="ko-KR" dirty="0" err="1"/>
              <a:t>gTextureID</a:t>
            </a:r>
            <a:r>
              <a:rPr lang="en-US" altLang="ko-KR" dirty="0"/>
              <a:t> </a:t>
            </a:r>
            <a:r>
              <a:rPr lang="en-US" altLang="ko-KR" dirty="0">
                <a:sym typeface="Wingdings" pitchFamily="2" charset="2"/>
              </a:rPr>
              <a:t> GL_TEXTURE1 </a:t>
            </a:r>
            <a:r>
              <a:rPr lang="ko-KR" altLang="en-US" dirty="0">
                <a:sym typeface="Wingdings" pitchFamily="2" charset="2"/>
              </a:rPr>
              <a:t>지정</a:t>
            </a:r>
            <a:r>
              <a:rPr lang="en-US" altLang="ko-KR" dirty="0">
                <a:sym typeface="Wingdings" pitchFamily="2" charset="2"/>
              </a:rPr>
              <a:t> </a:t>
            </a:r>
            <a:r>
              <a:rPr lang="ko-KR" altLang="en-US" dirty="0">
                <a:sym typeface="Wingdings" pitchFamily="2" charset="2"/>
              </a:rPr>
              <a:t>방법</a:t>
            </a:r>
            <a:endParaRPr lang="en-US" altLang="ko-KR" dirty="0">
              <a:sym typeface="Wingdings" pitchFamily="2" charset="2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834203" y="4941169"/>
            <a:ext cx="65527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glActiveTexture</a:t>
            </a:r>
            <a:r>
              <a:rPr lang="en-US" altLang="ko-KR" dirty="0"/>
              <a:t>(GL_TEXTURE1); 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gTextureID1);</a:t>
            </a:r>
            <a:endParaRPr lang="ko-KR" altLang="en-US" dirty="0"/>
          </a:p>
        </p:txBody>
      </p:sp>
      <p:sp>
        <p:nvSpPr>
          <p:cNvPr id="9" name="아래쪽 화살표 8"/>
          <p:cNvSpPr/>
          <p:nvPr/>
        </p:nvSpPr>
        <p:spPr>
          <a:xfrm>
            <a:off x="4079776" y="4619125"/>
            <a:ext cx="1008112" cy="27874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97076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즉</a:t>
            </a:r>
            <a:r>
              <a:rPr lang="en-US" altLang="ko-KR" dirty="0"/>
              <a:t>, GL_TEXTURE_2D </a:t>
            </a:r>
            <a:r>
              <a:rPr lang="ko-KR" altLang="en-US" dirty="0"/>
              <a:t>는 설정 가능한 텍스처가 최소 </a:t>
            </a:r>
            <a:r>
              <a:rPr lang="en-US" altLang="ko-KR" dirty="0"/>
              <a:t>80</a:t>
            </a:r>
            <a:r>
              <a:rPr lang="ko-KR" altLang="en-US" dirty="0"/>
              <a:t>개가 있음</a:t>
            </a:r>
            <a:endParaRPr lang="en-US" altLang="ko-KR" dirty="0"/>
          </a:p>
          <a:p>
            <a:r>
              <a:rPr lang="ko-KR" altLang="en-US" dirty="0"/>
              <a:t>각 텍스처를 설정하기 위해 </a:t>
            </a:r>
            <a:r>
              <a:rPr lang="en-US" altLang="ko-KR" dirty="0"/>
              <a:t>Bind </a:t>
            </a:r>
            <a:r>
              <a:rPr lang="ko-KR" altLang="en-US" dirty="0"/>
              <a:t>전에 </a:t>
            </a:r>
            <a:r>
              <a:rPr lang="en-US" altLang="ko-KR" dirty="0"/>
              <a:t>Active </a:t>
            </a:r>
            <a:r>
              <a:rPr lang="ko-KR" altLang="en-US" dirty="0"/>
              <a:t>시키는 과정이 필요함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803558" y="4869161"/>
            <a:ext cx="65527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glActiveTexture</a:t>
            </a:r>
            <a:r>
              <a:rPr lang="en-US" altLang="ko-KR" dirty="0"/>
              <a:t>(GL_TEXTURE0); 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</a:t>
            </a:r>
            <a:r>
              <a:rPr lang="en-US" altLang="ko-KR" dirty="0" err="1"/>
              <a:t>gTextureID</a:t>
            </a:r>
            <a:r>
              <a:rPr lang="en-US" altLang="ko-KR" dirty="0"/>
              <a:t>);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6816080" y="4261738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1. Active </a:t>
            </a:r>
            <a:r>
              <a:rPr lang="ko-KR" altLang="en-US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6080" y="6021288"/>
            <a:ext cx="29523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2. Bind </a:t>
            </a:r>
            <a:r>
              <a:rPr lang="ko-KR" altLang="en-US" dirty="0"/>
              <a:t> </a:t>
            </a:r>
          </a:p>
        </p:txBody>
      </p:sp>
      <p:cxnSp>
        <p:nvCxnSpPr>
          <p:cNvPr id="8" name="직선 화살표 연결선 7"/>
          <p:cNvCxnSpPr>
            <a:stCxn id="5" idx="1"/>
          </p:cNvCxnSpPr>
          <p:nvPr/>
        </p:nvCxnSpPr>
        <p:spPr>
          <a:xfrm flipH="1">
            <a:off x="5231904" y="4446404"/>
            <a:ext cx="1584176" cy="42275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>
            <a:stCxn id="6" idx="1"/>
          </p:cNvCxnSpPr>
          <p:nvPr/>
        </p:nvCxnSpPr>
        <p:spPr>
          <a:xfrm flipH="1" flipV="1">
            <a:off x="5087888" y="5515492"/>
            <a:ext cx="1728192" cy="69046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86451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487489" y="3717032"/>
            <a:ext cx="1876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GL_TEXTURE_2D</a:t>
            </a:r>
            <a:endParaRPr lang="ko-KR" altLang="en-US" dirty="0"/>
          </a:p>
        </p:txBody>
      </p:sp>
      <p:sp>
        <p:nvSpPr>
          <p:cNvPr id="7" name="왼쪽 중괄호 6"/>
          <p:cNvSpPr/>
          <p:nvPr/>
        </p:nvSpPr>
        <p:spPr>
          <a:xfrm>
            <a:off x="3363579" y="1633446"/>
            <a:ext cx="252028" cy="4536504"/>
          </a:xfrm>
          <a:prstGeom prst="lef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503713" y="1521589"/>
            <a:ext cx="1739835" cy="48013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GL_TEXTURE0</a:t>
            </a:r>
          </a:p>
          <a:p>
            <a:r>
              <a:rPr lang="en-US" altLang="ko-KR" dirty="0"/>
              <a:t>GL_TEXTURE1</a:t>
            </a:r>
          </a:p>
          <a:p>
            <a:r>
              <a:rPr lang="en-US" altLang="ko-KR" dirty="0"/>
              <a:t>GL_TEXTURE2</a:t>
            </a:r>
          </a:p>
          <a:p>
            <a:r>
              <a:rPr lang="en-US" altLang="ko-KR" dirty="0"/>
              <a:t>GL_TEXTURE3</a:t>
            </a:r>
          </a:p>
          <a:p>
            <a:r>
              <a:rPr lang="en-US" altLang="ko-KR" dirty="0"/>
              <a:t>GL_TEXTURE4</a:t>
            </a:r>
          </a:p>
          <a:p>
            <a:r>
              <a:rPr lang="en-US" altLang="ko-KR" dirty="0"/>
              <a:t>GL_TEXTURE5</a:t>
            </a:r>
          </a:p>
          <a:p>
            <a:r>
              <a:rPr lang="en-US" altLang="ko-KR" dirty="0"/>
              <a:t>GL_TEXTURE6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GL_TEXTURE31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9572" y="2135950"/>
            <a:ext cx="2708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200" dirty="0" err="1"/>
              <a:t>glActiveTexture</a:t>
            </a:r>
            <a:r>
              <a:rPr lang="en-US" altLang="ko-KR" sz="1200" dirty="0"/>
              <a:t>(GL_TEXTURE2)</a:t>
            </a:r>
            <a:endParaRPr lang="ko-KR" altLang="en-US" sz="1200" dirty="0"/>
          </a:p>
        </p:txBody>
      </p:sp>
      <p:sp>
        <p:nvSpPr>
          <p:cNvPr id="11" name="직사각형 10"/>
          <p:cNvSpPr/>
          <p:nvPr/>
        </p:nvSpPr>
        <p:spPr>
          <a:xfrm>
            <a:off x="8274862" y="2135949"/>
            <a:ext cx="37342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glBindTexture</a:t>
            </a:r>
            <a:r>
              <a:rPr lang="en-US" altLang="ko-KR" sz="1200" dirty="0"/>
              <a:t>(GL_TEXTURE_2D, gTextureID2);</a:t>
            </a:r>
            <a:endParaRPr lang="ko-KR" altLang="en-US" sz="1200" dirty="0"/>
          </a:p>
        </p:txBody>
      </p:sp>
      <p:sp>
        <p:nvSpPr>
          <p:cNvPr id="12" name="오른쪽 화살표 11"/>
          <p:cNvSpPr/>
          <p:nvPr/>
        </p:nvSpPr>
        <p:spPr>
          <a:xfrm>
            <a:off x="8004327" y="2147435"/>
            <a:ext cx="164168" cy="2769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5509482" y="1559495"/>
            <a:ext cx="2708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200" dirty="0" err="1"/>
              <a:t>glActiveTexture</a:t>
            </a:r>
            <a:r>
              <a:rPr lang="en-US" altLang="ko-KR" sz="1200" dirty="0"/>
              <a:t>(GL_TEXTURE0)</a:t>
            </a:r>
            <a:endParaRPr lang="ko-KR" altLang="en-US" sz="1200" dirty="0"/>
          </a:p>
        </p:txBody>
      </p:sp>
      <p:sp>
        <p:nvSpPr>
          <p:cNvPr id="15" name="직사각형 14"/>
          <p:cNvSpPr/>
          <p:nvPr/>
        </p:nvSpPr>
        <p:spPr>
          <a:xfrm>
            <a:off x="8274771" y="1559494"/>
            <a:ext cx="361168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glBindTexture</a:t>
            </a:r>
            <a:r>
              <a:rPr lang="en-US" altLang="ko-KR" sz="1200" dirty="0"/>
              <a:t>(GL_TEXTURE_2D, </a:t>
            </a:r>
            <a:r>
              <a:rPr lang="en-US" altLang="ko-KR" sz="1200" dirty="0" err="1"/>
              <a:t>gTextureID</a:t>
            </a:r>
            <a:r>
              <a:rPr lang="en-US" altLang="ko-KR" sz="1200" dirty="0"/>
              <a:t>);</a:t>
            </a:r>
            <a:endParaRPr lang="ko-KR" altLang="en-US" sz="1200" dirty="0"/>
          </a:p>
        </p:txBody>
      </p:sp>
      <p:sp>
        <p:nvSpPr>
          <p:cNvPr id="16" name="오른쪽 화살표 15"/>
          <p:cNvSpPr/>
          <p:nvPr/>
        </p:nvSpPr>
        <p:spPr>
          <a:xfrm>
            <a:off x="8004237" y="1570980"/>
            <a:ext cx="164168" cy="2769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5509572" y="1847949"/>
            <a:ext cx="2708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200" dirty="0" err="1"/>
              <a:t>glActiveTexture</a:t>
            </a:r>
            <a:r>
              <a:rPr lang="en-US" altLang="ko-KR" sz="1200" dirty="0"/>
              <a:t>(GL_TEXTURE1)</a:t>
            </a:r>
            <a:endParaRPr lang="ko-KR" altLang="en-US" sz="1200" dirty="0"/>
          </a:p>
        </p:txBody>
      </p:sp>
      <p:sp>
        <p:nvSpPr>
          <p:cNvPr id="18" name="직사각형 17"/>
          <p:cNvSpPr/>
          <p:nvPr/>
        </p:nvSpPr>
        <p:spPr>
          <a:xfrm>
            <a:off x="8274862" y="1847948"/>
            <a:ext cx="373423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glBindTexture</a:t>
            </a:r>
            <a:r>
              <a:rPr lang="en-US" altLang="ko-KR" sz="1200" dirty="0"/>
              <a:t>(GL_TEXTURE_2D, gTextureID1);</a:t>
            </a:r>
            <a:endParaRPr lang="ko-KR" altLang="en-US" sz="1200" dirty="0"/>
          </a:p>
        </p:txBody>
      </p:sp>
      <p:sp>
        <p:nvSpPr>
          <p:cNvPr id="19" name="오른쪽 화살표 18"/>
          <p:cNvSpPr/>
          <p:nvPr/>
        </p:nvSpPr>
        <p:spPr>
          <a:xfrm>
            <a:off x="8004327" y="1859434"/>
            <a:ext cx="164168" cy="2769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519846" y="2424362"/>
            <a:ext cx="2708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200" dirty="0" err="1"/>
              <a:t>glActiveTexture</a:t>
            </a:r>
            <a:r>
              <a:rPr lang="en-US" altLang="ko-KR" sz="1200" dirty="0"/>
              <a:t>(GL_TEXTURE3)</a:t>
            </a:r>
            <a:endParaRPr lang="ko-KR" altLang="en-US" sz="1200" dirty="0"/>
          </a:p>
        </p:txBody>
      </p:sp>
      <p:sp>
        <p:nvSpPr>
          <p:cNvPr id="21" name="직사각형 20"/>
          <p:cNvSpPr/>
          <p:nvPr/>
        </p:nvSpPr>
        <p:spPr>
          <a:xfrm>
            <a:off x="8285136" y="2424361"/>
            <a:ext cx="3722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glBindTexture</a:t>
            </a:r>
            <a:r>
              <a:rPr lang="en-US" altLang="ko-KR" sz="1200" dirty="0"/>
              <a:t>(GL_TEXTURE_2D, gTextureID3);</a:t>
            </a:r>
            <a:endParaRPr lang="ko-KR" altLang="en-US" sz="1200" dirty="0"/>
          </a:p>
        </p:txBody>
      </p:sp>
      <p:sp>
        <p:nvSpPr>
          <p:cNvPr id="22" name="오른쪽 화살표 21"/>
          <p:cNvSpPr/>
          <p:nvPr/>
        </p:nvSpPr>
        <p:spPr>
          <a:xfrm>
            <a:off x="8014601" y="2435847"/>
            <a:ext cx="164168" cy="2769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/>
          <p:cNvSpPr txBox="1"/>
          <p:nvPr/>
        </p:nvSpPr>
        <p:spPr>
          <a:xfrm>
            <a:off x="5497408" y="2675961"/>
            <a:ext cx="2708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200" dirty="0" err="1"/>
              <a:t>glActiveTexture</a:t>
            </a:r>
            <a:r>
              <a:rPr lang="en-US" altLang="ko-KR" sz="1200" dirty="0"/>
              <a:t>(GL_TEXTURE4)</a:t>
            </a:r>
            <a:endParaRPr lang="ko-KR" altLang="en-US" sz="1200" dirty="0"/>
          </a:p>
        </p:txBody>
      </p:sp>
      <p:sp>
        <p:nvSpPr>
          <p:cNvPr id="24" name="직사각형 23"/>
          <p:cNvSpPr/>
          <p:nvPr/>
        </p:nvSpPr>
        <p:spPr>
          <a:xfrm>
            <a:off x="8262698" y="2675960"/>
            <a:ext cx="3722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glBindTexture</a:t>
            </a:r>
            <a:r>
              <a:rPr lang="en-US" altLang="ko-KR" sz="1200" dirty="0"/>
              <a:t>(GL_TEXTURE_2D, gTextureID4);</a:t>
            </a:r>
            <a:endParaRPr lang="ko-KR" altLang="en-US" sz="1200" dirty="0"/>
          </a:p>
        </p:txBody>
      </p:sp>
      <p:sp>
        <p:nvSpPr>
          <p:cNvPr id="25" name="오른쪽 화살표 24"/>
          <p:cNvSpPr/>
          <p:nvPr/>
        </p:nvSpPr>
        <p:spPr>
          <a:xfrm>
            <a:off x="7992163" y="2687446"/>
            <a:ext cx="164168" cy="2769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/>
          <p:cNvSpPr txBox="1"/>
          <p:nvPr/>
        </p:nvSpPr>
        <p:spPr>
          <a:xfrm>
            <a:off x="5499388" y="2948527"/>
            <a:ext cx="27087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sz="1200" dirty="0" err="1"/>
              <a:t>glActiveTexture</a:t>
            </a:r>
            <a:r>
              <a:rPr lang="en-US" altLang="ko-KR" sz="1200" dirty="0"/>
              <a:t>(GL_TEXTURE4)</a:t>
            </a:r>
            <a:endParaRPr lang="ko-KR" altLang="en-US" sz="1200" dirty="0"/>
          </a:p>
        </p:txBody>
      </p:sp>
      <p:sp>
        <p:nvSpPr>
          <p:cNvPr id="27" name="직사각형 26"/>
          <p:cNvSpPr/>
          <p:nvPr/>
        </p:nvSpPr>
        <p:spPr>
          <a:xfrm>
            <a:off x="8264678" y="2948526"/>
            <a:ext cx="3722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dirty="0" err="1"/>
              <a:t>glBindTexture</a:t>
            </a:r>
            <a:r>
              <a:rPr lang="en-US" altLang="ko-KR" sz="1200" dirty="0"/>
              <a:t>(GL_TEXTURE_2D, gTextureID5);</a:t>
            </a:r>
            <a:endParaRPr lang="ko-KR" altLang="en-US" sz="1200" dirty="0"/>
          </a:p>
        </p:txBody>
      </p:sp>
      <p:sp>
        <p:nvSpPr>
          <p:cNvPr id="28" name="오른쪽 화살표 27"/>
          <p:cNvSpPr/>
          <p:nvPr/>
        </p:nvSpPr>
        <p:spPr>
          <a:xfrm>
            <a:off x="7994143" y="2960012"/>
            <a:ext cx="164168" cy="276968"/>
          </a:xfrm>
          <a:prstGeom prst="right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31511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487489" y="3717032"/>
            <a:ext cx="1876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GL_TEXTURE_2D</a:t>
            </a:r>
            <a:endParaRPr lang="ko-KR" altLang="en-US" dirty="0"/>
          </a:p>
        </p:txBody>
      </p:sp>
      <p:sp>
        <p:nvSpPr>
          <p:cNvPr id="7" name="왼쪽 중괄호 6"/>
          <p:cNvSpPr/>
          <p:nvPr/>
        </p:nvSpPr>
        <p:spPr>
          <a:xfrm>
            <a:off x="3363579" y="1633446"/>
            <a:ext cx="252028" cy="4536504"/>
          </a:xfrm>
          <a:prstGeom prst="leftBrace">
            <a:avLst/>
          </a:prstGeom>
          <a:ln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3503713" y="1521589"/>
            <a:ext cx="3065391" cy="48013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/>
              <a:t>GL_TEXTURE0 : </a:t>
            </a:r>
            <a:r>
              <a:rPr lang="en-US" altLang="ko-KR" dirty="0" err="1"/>
              <a:t>gTextureID</a:t>
            </a:r>
            <a:endParaRPr lang="en-US" altLang="ko-KR" dirty="0"/>
          </a:p>
          <a:p>
            <a:r>
              <a:rPr lang="en-US" altLang="ko-KR" dirty="0"/>
              <a:t>GL_TEXTURE1 : gTextureID1</a:t>
            </a:r>
          </a:p>
          <a:p>
            <a:r>
              <a:rPr lang="en-US" altLang="ko-KR" dirty="0"/>
              <a:t>GL_TEXTURE2 : gTextureID2</a:t>
            </a:r>
          </a:p>
          <a:p>
            <a:r>
              <a:rPr lang="en-US" altLang="ko-KR" dirty="0"/>
              <a:t>GL_TEXTURE3 : gTextureID3</a:t>
            </a:r>
          </a:p>
          <a:p>
            <a:r>
              <a:rPr lang="en-US" altLang="ko-KR" dirty="0"/>
              <a:t>GL_TEXTURE4 : gTextureID4</a:t>
            </a:r>
          </a:p>
          <a:p>
            <a:r>
              <a:rPr lang="en-US" altLang="ko-KR" dirty="0"/>
              <a:t>GL_TEXTURE5 : gTextureID5</a:t>
            </a:r>
          </a:p>
          <a:p>
            <a:r>
              <a:rPr lang="en-US" altLang="ko-KR" dirty="0"/>
              <a:t>GL_TEXTURE6 : nothing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…</a:t>
            </a:r>
          </a:p>
          <a:p>
            <a:r>
              <a:rPr lang="en-US" altLang="ko-KR" dirty="0"/>
              <a:t>GL_TEXTURE31 : nothing</a:t>
            </a:r>
          </a:p>
        </p:txBody>
      </p:sp>
    </p:spTree>
    <p:extLst>
      <p:ext uri="{BB962C8B-B14F-4D97-AF65-F5344CB8AC3E}">
        <p14:creationId xmlns:p14="http://schemas.microsoft.com/office/powerpoint/2010/main" val="3226076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/>
        </p:nvSpPr>
        <p:spPr>
          <a:xfrm>
            <a:off x="6312024" y="2060848"/>
            <a:ext cx="4122712" cy="396044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Fragment </a:t>
            </a:r>
            <a:r>
              <a:rPr lang="en-US" altLang="ko-KR" sz="1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 </a:t>
            </a:r>
            <a:r>
              <a:rPr lang="ko-KR" altLang="en-US" dirty="0"/>
              <a:t>준비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6312024" y="2823646"/>
            <a:ext cx="412271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#version 330</a:t>
            </a:r>
          </a:p>
          <a:p>
            <a:endParaRPr lang="ko-KR" altLang="en-US" sz="1400" dirty="0">
              <a:solidFill>
                <a:schemeClr val="bg1"/>
              </a:solidFill>
            </a:endParaRPr>
          </a:p>
          <a:p>
            <a:r>
              <a:rPr lang="en-US" altLang="ko-KR" sz="1400" dirty="0">
                <a:solidFill>
                  <a:schemeClr val="bg1"/>
                </a:solidFill>
              </a:rPr>
              <a:t>in vec2 </a:t>
            </a:r>
            <a:r>
              <a:rPr lang="en-US" altLang="ko-KR" sz="1400" dirty="0" err="1">
                <a:solidFill>
                  <a:schemeClr val="bg1"/>
                </a:solidFill>
              </a:rPr>
              <a:t>vTexPos</a:t>
            </a:r>
            <a:r>
              <a:rPr lang="en-US" altLang="ko-KR" sz="1400" dirty="0">
                <a:solidFill>
                  <a:schemeClr val="bg1"/>
                </a:solidFill>
              </a:rPr>
              <a:t>;</a:t>
            </a:r>
          </a:p>
          <a:p>
            <a:endParaRPr lang="ko-KR" altLang="en-US" sz="1400" dirty="0">
              <a:solidFill>
                <a:schemeClr val="bg1"/>
              </a:solidFill>
            </a:endParaRPr>
          </a:p>
          <a:p>
            <a:r>
              <a:rPr lang="en-US" altLang="ko-KR" sz="1400" dirty="0">
                <a:solidFill>
                  <a:schemeClr val="bg1"/>
                </a:solidFill>
              </a:rPr>
              <a:t>out vec4 </a:t>
            </a:r>
            <a:r>
              <a:rPr lang="en-US" altLang="ko-KR" sz="1400" dirty="0" err="1">
                <a:solidFill>
                  <a:schemeClr val="bg1"/>
                </a:solidFill>
              </a:rPr>
              <a:t>FragColor</a:t>
            </a:r>
            <a:r>
              <a:rPr lang="en-US" altLang="ko-KR" sz="1400" dirty="0">
                <a:solidFill>
                  <a:schemeClr val="bg1"/>
                </a:solidFill>
              </a:rPr>
              <a:t>;</a:t>
            </a:r>
          </a:p>
          <a:p>
            <a:endParaRPr lang="ko-KR" altLang="en-US" sz="1400" dirty="0">
              <a:solidFill>
                <a:schemeClr val="bg1"/>
              </a:solidFill>
            </a:endParaRPr>
          </a:p>
          <a:p>
            <a:r>
              <a:rPr lang="en-US" altLang="ko-KR" sz="1400" dirty="0">
                <a:solidFill>
                  <a:schemeClr val="bg1"/>
                </a:solidFill>
              </a:rPr>
              <a:t>uniform sampler2D </a:t>
            </a:r>
            <a:r>
              <a:rPr lang="en-US" altLang="ko-KR" sz="1400" dirty="0" err="1">
                <a:solidFill>
                  <a:schemeClr val="bg1"/>
                </a:solidFill>
              </a:rPr>
              <a:t>uTexSampler</a:t>
            </a:r>
            <a:r>
              <a:rPr lang="en-US" altLang="ko-KR" sz="1400" dirty="0">
                <a:solidFill>
                  <a:schemeClr val="bg1"/>
                </a:solidFill>
              </a:rPr>
              <a:t>;</a:t>
            </a:r>
          </a:p>
          <a:p>
            <a:endParaRPr lang="ko-KR" altLang="en-US" sz="1400" dirty="0">
              <a:solidFill>
                <a:schemeClr val="bg1"/>
              </a:solidFill>
            </a:endParaRPr>
          </a:p>
          <a:p>
            <a:r>
              <a:rPr lang="en-US" altLang="ko-KR" sz="1400" dirty="0">
                <a:solidFill>
                  <a:schemeClr val="bg1"/>
                </a:solidFill>
              </a:rPr>
              <a:t>void main()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{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    </a:t>
            </a:r>
            <a:r>
              <a:rPr lang="en-US" altLang="ko-KR" sz="1400" dirty="0" err="1">
                <a:solidFill>
                  <a:schemeClr val="bg1"/>
                </a:solidFill>
              </a:rPr>
              <a:t>FragColor</a:t>
            </a:r>
            <a:r>
              <a:rPr lang="en-US" altLang="ko-KR" sz="1400" dirty="0">
                <a:solidFill>
                  <a:schemeClr val="bg1"/>
                </a:solidFill>
              </a:rPr>
              <a:t> = texture(</a:t>
            </a:r>
            <a:r>
              <a:rPr lang="en-US" altLang="ko-KR" sz="1400" dirty="0" err="1">
                <a:solidFill>
                  <a:schemeClr val="bg1"/>
                </a:solidFill>
              </a:rPr>
              <a:t>uTexSampler</a:t>
            </a:r>
            <a:r>
              <a:rPr lang="en-US" altLang="ko-KR" sz="1400" dirty="0">
                <a:solidFill>
                  <a:schemeClr val="bg1"/>
                </a:solidFill>
              </a:rPr>
              <a:t>, </a:t>
            </a:r>
            <a:r>
              <a:rPr lang="en-US" altLang="ko-KR" sz="1400" dirty="0" err="1">
                <a:solidFill>
                  <a:schemeClr val="bg1"/>
                </a:solidFill>
              </a:rPr>
              <a:t>vTexPos</a:t>
            </a:r>
            <a:r>
              <a:rPr lang="en-US" altLang="ko-KR" sz="1400" dirty="0">
                <a:solidFill>
                  <a:schemeClr val="bg1"/>
                </a:solidFill>
              </a:rPr>
              <a:t>);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}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sp>
        <p:nvSpPr>
          <p:cNvPr id="5" name="모서리가 둥근 직사각형 4"/>
          <p:cNvSpPr/>
          <p:nvPr/>
        </p:nvSpPr>
        <p:spPr>
          <a:xfrm>
            <a:off x="1789047" y="2039539"/>
            <a:ext cx="3925858" cy="4003058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Vertex </a:t>
            </a:r>
            <a:r>
              <a:rPr lang="en-US" altLang="ko-KR" sz="16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Shader</a:t>
            </a:r>
            <a:endParaRPr lang="ko-KR" altLang="en-US" sz="1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789047" y="2638980"/>
            <a:ext cx="392585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chemeClr val="bg1"/>
                </a:solidFill>
              </a:rPr>
              <a:t>#version 330</a:t>
            </a:r>
          </a:p>
          <a:p>
            <a:endParaRPr lang="ko-KR" altLang="en-US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in vec3 Position;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in vec2 </a:t>
            </a:r>
            <a:r>
              <a:rPr lang="en-US" altLang="ko-KR" sz="1600" dirty="0" err="1">
                <a:solidFill>
                  <a:schemeClr val="bg1"/>
                </a:solidFill>
              </a:rPr>
              <a:t>TexPos</a:t>
            </a:r>
            <a:r>
              <a:rPr lang="en-US" altLang="ko-KR" sz="1600" dirty="0">
                <a:solidFill>
                  <a:schemeClr val="bg1"/>
                </a:solidFill>
              </a:rPr>
              <a:t>;</a:t>
            </a:r>
          </a:p>
          <a:p>
            <a:endParaRPr lang="en-US" altLang="ko-KR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out vec2 </a:t>
            </a:r>
            <a:r>
              <a:rPr lang="en-US" altLang="ko-KR" sz="1600" dirty="0" err="1">
                <a:solidFill>
                  <a:schemeClr val="bg1"/>
                </a:solidFill>
              </a:rPr>
              <a:t>vTexPos</a:t>
            </a:r>
            <a:r>
              <a:rPr lang="en-US" altLang="ko-KR" sz="1600" dirty="0">
                <a:solidFill>
                  <a:schemeClr val="bg1"/>
                </a:solidFill>
              </a:rPr>
              <a:t>;</a:t>
            </a:r>
          </a:p>
          <a:p>
            <a:endParaRPr lang="ko-KR" altLang="en-US" sz="1600" dirty="0">
              <a:solidFill>
                <a:schemeClr val="bg1"/>
              </a:solidFill>
            </a:endParaRPr>
          </a:p>
          <a:p>
            <a:r>
              <a:rPr lang="en-US" altLang="ko-KR" sz="1600" dirty="0">
                <a:solidFill>
                  <a:schemeClr val="bg1"/>
                </a:solidFill>
              </a:rPr>
              <a:t>void main()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{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</a:t>
            </a:r>
            <a:r>
              <a:rPr lang="en-US" altLang="ko-KR" sz="1600" dirty="0" err="1">
                <a:solidFill>
                  <a:schemeClr val="bg1"/>
                </a:solidFill>
              </a:rPr>
              <a:t>gl_Position</a:t>
            </a:r>
            <a:r>
              <a:rPr lang="en-US" altLang="ko-KR" sz="1600" dirty="0">
                <a:solidFill>
                  <a:schemeClr val="bg1"/>
                </a:solidFill>
              </a:rPr>
              <a:t> = vec4(Position, 1.0);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    </a:t>
            </a:r>
            <a:r>
              <a:rPr lang="en-US" altLang="ko-KR" sz="1600" dirty="0" err="1">
                <a:solidFill>
                  <a:schemeClr val="bg1"/>
                </a:solidFill>
              </a:rPr>
              <a:t>vTexPos</a:t>
            </a:r>
            <a:r>
              <a:rPr lang="en-US" altLang="ko-KR" sz="1600" dirty="0">
                <a:solidFill>
                  <a:schemeClr val="bg1"/>
                </a:solidFill>
              </a:rPr>
              <a:t> = </a:t>
            </a:r>
            <a:r>
              <a:rPr lang="en-US" altLang="ko-KR" sz="1600" dirty="0" err="1">
                <a:solidFill>
                  <a:schemeClr val="bg1"/>
                </a:solidFill>
              </a:rPr>
              <a:t>TexPos</a:t>
            </a:r>
            <a:r>
              <a:rPr lang="en-US" altLang="ko-KR" sz="1600" dirty="0">
                <a:solidFill>
                  <a:schemeClr val="bg1"/>
                </a:solidFill>
              </a:rPr>
              <a:t>;</a:t>
            </a:r>
          </a:p>
          <a:p>
            <a:r>
              <a:rPr lang="en-US" altLang="ko-KR" sz="1600" dirty="0">
                <a:solidFill>
                  <a:schemeClr val="bg1"/>
                </a:solidFill>
              </a:rPr>
              <a:t>}</a:t>
            </a:r>
            <a:endParaRPr lang="ko-KR" altLang="en-US" sz="16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363744" y="0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 err="1"/>
              <a:t>Shader</a:t>
            </a:r>
            <a:r>
              <a:rPr lang="en-US" altLang="ko-KR" dirty="0"/>
              <a:t> code </a:t>
            </a:r>
            <a:r>
              <a:rPr lang="ko-KR" altLang="en-US" dirty="0"/>
              <a:t>준비</a:t>
            </a:r>
          </a:p>
        </p:txBody>
      </p:sp>
    </p:spTree>
    <p:extLst>
      <p:ext uri="{BB962C8B-B14F-4D97-AF65-F5344CB8AC3E}">
        <p14:creationId xmlns:p14="http://schemas.microsoft.com/office/powerpoint/2010/main" val="13529572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 </a:t>
            </a:r>
            <a:r>
              <a:rPr lang="ko-KR" altLang="en-US" dirty="0"/>
              <a:t>준비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490066" y="2276873"/>
            <a:ext cx="9144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float </a:t>
            </a:r>
            <a:r>
              <a:rPr lang="en-US" altLang="ko-KR" dirty="0" err="1"/>
              <a:t>vertPosTex</a:t>
            </a:r>
            <a:r>
              <a:rPr lang="en-US" altLang="ko-KR" dirty="0"/>
              <a:t>[30] =</a:t>
            </a:r>
          </a:p>
          <a:p>
            <a:r>
              <a:rPr lang="en-US" altLang="ko-KR" dirty="0"/>
              <a:t>{</a:t>
            </a:r>
          </a:p>
          <a:p>
            <a:r>
              <a:rPr lang="en-US" altLang="ko-KR" dirty="0"/>
              <a:t>-0.5f, 0.5f, 0.0f, 0.0f, 1.0f, -0.5f, -0.5f, 0.0f, 0.0f, 0.0f, 0.5f, 0.5f, 0.0f, 1.0f, 1.0f,</a:t>
            </a:r>
          </a:p>
          <a:p>
            <a:r>
              <a:rPr lang="en-US" altLang="ko-KR" dirty="0"/>
              <a:t>0.5f, 0.5f, 0.0f, 1.0f, 1.0f, -0.5f, -0.5f, 0.0f, 0.0f, 0.0f, 0.5f, -0.5f, 0.0f, 1.0f, 0.0f</a:t>
            </a:r>
          </a:p>
          <a:p>
            <a:r>
              <a:rPr lang="en-US" altLang="ko-KR" dirty="0"/>
              <a:t>};</a:t>
            </a:r>
          </a:p>
          <a:p>
            <a:endParaRPr lang="ko-KR" altLang="en-US" dirty="0"/>
          </a:p>
          <a:p>
            <a:r>
              <a:rPr lang="en-US" altLang="ko-KR" dirty="0" err="1"/>
              <a:t>glGenBuffers</a:t>
            </a:r>
            <a:r>
              <a:rPr lang="en-US" altLang="ko-KR" dirty="0"/>
              <a:t>(1, &amp;</a:t>
            </a:r>
            <a:r>
              <a:rPr lang="en-US" altLang="ko-KR" dirty="0" err="1"/>
              <a:t>VBO_PosTex</a:t>
            </a:r>
            <a:r>
              <a:rPr lang="en-US" altLang="ko-KR" dirty="0"/>
              <a:t>);</a:t>
            </a:r>
          </a:p>
          <a:p>
            <a:r>
              <a:rPr lang="en-US" altLang="ko-KR" dirty="0" err="1"/>
              <a:t>glBindBuffer</a:t>
            </a:r>
            <a:r>
              <a:rPr lang="en-US" altLang="ko-KR" dirty="0"/>
              <a:t>(GL_ARRAY_BUFFER, </a:t>
            </a:r>
            <a:r>
              <a:rPr lang="en-US" altLang="ko-KR" dirty="0" err="1"/>
              <a:t>VBO_PosTex</a:t>
            </a:r>
            <a:r>
              <a:rPr lang="en-US" altLang="ko-KR" dirty="0"/>
              <a:t>);</a:t>
            </a:r>
          </a:p>
          <a:p>
            <a:r>
              <a:rPr lang="en-US" altLang="ko-KR" dirty="0" err="1"/>
              <a:t>glBufferData</a:t>
            </a:r>
            <a:r>
              <a:rPr lang="en-US" altLang="ko-KR" dirty="0"/>
              <a:t>(GL_ARRAY_BUFFER, </a:t>
            </a:r>
            <a:r>
              <a:rPr lang="en-US" altLang="ko-KR" dirty="0" err="1"/>
              <a:t>sizeof</a:t>
            </a:r>
            <a:r>
              <a:rPr lang="en-US" altLang="ko-KR" dirty="0"/>
              <a:t>(</a:t>
            </a:r>
            <a:r>
              <a:rPr lang="en-US" altLang="ko-KR" dirty="0" err="1"/>
              <a:t>vertPosTex</a:t>
            </a:r>
            <a:r>
              <a:rPr lang="en-US" altLang="ko-KR" dirty="0"/>
              <a:t>), </a:t>
            </a:r>
            <a:r>
              <a:rPr lang="en-US" altLang="ko-KR" dirty="0" err="1"/>
              <a:t>vertPosTex</a:t>
            </a:r>
            <a:r>
              <a:rPr lang="en-US" altLang="ko-KR" dirty="0"/>
              <a:t>, GL_STATIC_DRAW);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377596" y="-10812"/>
            <a:ext cx="1260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VBO </a:t>
            </a:r>
            <a:r>
              <a:rPr lang="ko-KR" altLang="en-US" dirty="0"/>
              <a:t>준비</a:t>
            </a:r>
          </a:p>
        </p:txBody>
      </p:sp>
    </p:spTree>
    <p:extLst>
      <p:ext uri="{BB962C8B-B14F-4D97-AF65-F5344CB8AC3E}">
        <p14:creationId xmlns:p14="http://schemas.microsoft.com/office/powerpoint/2010/main" val="1992057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 </a:t>
            </a:r>
            <a:r>
              <a:rPr lang="ko-KR" altLang="en-US" dirty="0"/>
              <a:t>준비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524000" y="1268760"/>
            <a:ext cx="9144000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glUseProgram</a:t>
            </a:r>
            <a:r>
              <a:rPr lang="en-US" altLang="ko-KR" dirty="0"/>
              <a:t>(</a:t>
            </a:r>
            <a:r>
              <a:rPr lang="en-US" altLang="ko-KR" dirty="0" err="1"/>
              <a:t>gShaderProgram</a:t>
            </a:r>
            <a:r>
              <a:rPr lang="en-US" altLang="ko-KR" dirty="0"/>
              <a:t>);</a:t>
            </a:r>
          </a:p>
          <a:p>
            <a:endParaRPr lang="ko-KR" altLang="en-US" dirty="0"/>
          </a:p>
          <a:p>
            <a:r>
              <a:rPr lang="en-US" altLang="ko-KR" dirty="0" err="1"/>
              <a:t>glActiveTexture</a:t>
            </a:r>
            <a:r>
              <a:rPr lang="en-US" altLang="ko-KR" dirty="0"/>
              <a:t>(GL_TEXTURE0); 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</a:t>
            </a:r>
            <a:r>
              <a:rPr lang="en-US" altLang="ko-KR" dirty="0" err="1"/>
              <a:t>gTextureID</a:t>
            </a:r>
            <a:r>
              <a:rPr lang="en-US" altLang="ko-KR" dirty="0"/>
              <a:t>);</a:t>
            </a:r>
          </a:p>
          <a:p>
            <a:endParaRPr lang="en-US" altLang="ko-KR" dirty="0"/>
          </a:p>
          <a:p>
            <a:r>
              <a:rPr lang="en-US" altLang="ko-KR" dirty="0" err="1"/>
              <a:t>glActiveTexture</a:t>
            </a:r>
            <a:r>
              <a:rPr lang="en-US" altLang="ko-KR" dirty="0"/>
              <a:t>(GL_TEXTURE1);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gTextureID1);</a:t>
            </a:r>
          </a:p>
          <a:p>
            <a:endParaRPr lang="en-US" altLang="ko-KR" dirty="0"/>
          </a:p>
          <a:p>
            <a:r>
              <a:rPr lang="en-US" altLang="ko-KR" dirty="0" err="1"/>
              <a:t>glActiveTexture</a:t>
            </a:r>
            <a:r>
              <a:rPr lang="en-US" altLang="ko-KR" dirty="0"/>
              <a:t>(GL_TEXTURE2);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gTextureID2);</a:t>
            </a:r>
          </a:p>
          <a:p>
            <a:endParaRPr lang="en-US" altLang="ko-KR" dirty="0"/>
          </a:p>
          <a:p>
            <a:r>
              <a:rPr lang="en-US" altLang="ko-KR" dirty="0" err="1"/>
              <a:t>glActiveTexture</a:t>
            </a:r>
            <a:r>
              <a:rPr lang="en-US" altLang="ko-KR" dirty="0"/>
              <a:t>(GL_TEXTURE3);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gTextureID3);</a:t>
            </a:r>
          </a:p>
          <a:p>
            <a:endParaRPr lang="en-US" altLang="ko-KR" dirty="0"/>
          </a:p>
          <a:p>
            <a:r>
              <a:rPr lang="en-US" altLang="ko-KR" dirty="0" err="1"/>
              <a:t>glActiveTexture</a:t>
            </a:r>
            <a:r>
              <a:rPr lang="en-US" altLang="ko-KR" dirty="0"/>
              <a:t>(GL_TEXTURE4);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gTextureID4);</a:t>
            </a:r>
          </a:p>
          <a:p>
            <a:endParaRPr lang="en-US" altLang="ko-KR" dirty="0"/>
          </a:p>
          <a:p>
            <a:r>
              <a:rPr lang="en-US" altLang="ko-KR" dirty="0" err="1"/>
              <a:t>glActiveTexture</a:t>
            </a:r>
            <a:r>
              <a:rPr lang="en-US" altLang="ko-KR" dirty="0"/>
              <a:t>(GL_TEXTURE5);</a:t>
            </a:r>
          </a:p>
          <a:p>
            <a:r>
              <a:rPr lang="en-US" altLang="ko-KR" dirty="0" err="1"/>
              <a:t>glBindTexture</a:t>
            </a:r>
            <a:r>
              <a:rPr lang="en-US" altLang="ko-KR" dirty="0"/>
              <a:t>(GL_TEXTURE_2D, gTextureID5);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011816" y="7257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 err="1"/>
              <a:t>렌더링</a:t>
            </a:r>
            <a:r>
              <a:rPr lang="ko-KR" altLang="en-US" dirty="0"/>
              <a:t> 준비</a:t>
            </a:r>
          </a:p>
        </p:txBody>
      </p:sp>
    </p:spTree>
    <p:extLst>
      <p:ext uri="{BB962C8B-B14F-4D97-AF65-F5344CB8AC3E}">
        <p14:creationId xmlns:p14="http://schemas.microsoft.com/office/powerpoint/2010/main" val="103454964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 </a:t>
            </a:r>
            <a:r>
              <a:rPr lang="ko-KR" altLang="en-US" dirty="0"/>
              <a:t>준비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524000" y="2828837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 err="1"/>
              <a:t>int</a:t>
            </a:r>
            <a:r>
              <a:rPr lang="en-US" altLang="ko-KR" dirty="0"/>
              <a:t> </a:t>
            </a:r>
            <a:r>
              <a:rPr lang="en-US" altLang="ko-KR" dirty="0" err="1"/>
              <a:t>uniformTex</a:t>
            </a:r>
            <a:r>
              <a:rPr lang="en-US" altLang="ko-KR" dirty="0"/>
              <a:t> = </a:t>
            </a:r>
            <a:r>
              <a:rPr lang="en-US" altLang="ko-KR" dirty="0" err="1"/>
              <a:t>glGetUniformLocation</a:t>
            </a:r>
            <a:r>
              <a:rPr lang="en-US" altLang="ko-KR" dirty="0"/>
              <a:t>(</a:t>
            </a:r>
            <a:r>
              <a:rPr lang="en-US" altLang="ko-KR" dirty="0" err="1"/>
              <a:t>gShaderProgram</a:t>
            </a:r>
            <a:r>
              <a:rPr lang="en-US" altLang="ko-KR" dirty="0"/>
              <a:t>, "</a:t>
            </a:r>
            <a:r>
              <a:rPr lang="en-US" altLang="ko-KR" dirty="0" err="1"/>
              <a:t>uTexSampler</a:t>
            </a:r>
            <a:r>
              <a:rPr lang="en-US" altLang="ko-KR" dirty="0"/>
              <a:t>");</a:t>
            </a:r>
          </a:p>
          <a:p>
            <a:r>
              <a:rPr lang="en-US" altLang="ko-KR" dirty="0"/>
              <a:t>glUniform1i(</a:t>
            </a:r>
            <a:r>
              <a:rPr lang="en-US" altLang="ko-KR" dirty="0" err="1"/>
              <a:t>uniformTex</a:t>
            </a:r>
            <a:r>
              <a:rPr lang="en-US" altLang="ko-KR" dirty="0"/>
              <a:t>, 0);</a:t>
            </a:r>
            <a:endParaRPr lang="ko-KR" alt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9011816" y="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 err="1"/>
              <a:t>렌더링</a:t>
            </a:r>
            <a:r>
              <a:rPr lang="ko-KR" altLang="en-US" dirty="0"/>
              <a:t> 준비</a:t>
            </a:r>
          </a:p>
        </p:txBody>
      </p:sp>
    </p:spTree>
    <p:extLst>
      <p:ext uri="{BB962C8B-B14F-4D97-AF65-F5344CB8AC3E}">
        <p14:creationId xmlns:p14="http://schemas.microsoft.com/office/powerpoint/2010/main" val="16661339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 </a:t>
            </a:r>
            <a:r>
              <a:rPr lang="ko-KR" altLang="en-US" dirty="0"/>
              <a:t>준비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1271464" y="2276872"/>
            <a:ext cx="91440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 err="1"/>
              <a:t>int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attrribPosition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glGetAttribLocation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gShaderProgram</a:t>
            </a:r>
            <a:r>
              <a:rPr lang="en-US" altLang="ko-KR" sz="1400" dirty="0"/>
              <a:t>, "Position"); </a:t>
            </a:r>
          </a:p>
          <a:p>
            <a:r>
              <a:rPr lang="en-US" altLang="ko-KR" sz="1400" dirty="0" err="1"/>
              <a:t>int</a:t>
            </a:r>
            <a:r>
              <a:rPr lang="en-US" altLang="ko-KR" sz="1400" dirty="0"/>
              <a:t> </a:t>
            </a:r>
            <a:r>
              <a:rPr lang="en-US" altLang="ko-KR" sz="1400" dirty="0" err="1"/>
              <a:t>attrribTexPos</a:t>
            </a:r>
            <a:r>
              <a:rPr lang="en-US" altLang="ko-KR" sz="1400" dirty="0"/>
              <a:t> = </a:t>
            </a:r>
            <a:r>
              <a:rPr lang="en-US" altLang="ko-KR" sz="1400" dirty="0" err="1"/>
              <a:t>glGetAttribLocation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gShaderProgram</a:t>
            </a:r>
            <a:r>
              <a:rPr lang="en-US" altLang="ko-KR" sz="1400" dirty="0"/>
              <a:t>, "</a:t>
            </a:r>
            <a:r>
              <a:rPr lang="en-US" altLang="ko-KR" sz="1400" dirty="0" err="1"/>
              <a:t>TexPos</a:t>
            </a:r>
            <a:r>
              <a:rPr lang="en-US" altLang="ko-KR" sz="1400" dirty="0"/>
              <a:t>");</a:t>
            </a:r>
          </a:p>
          <a:p>
            <a:endParaRPr lang="ko-KR" altLang="en-US" sz="1400" dirty="0"/>
          </a:p>
          <a:p>
            <a:r>
              <a:rPr lang="en-US" altLang="ko-KR" sz="1400" dirty="0" err="1"/>
              <a:t>glEnableVertexAttribArray</a:t>
            </a:r>
            <a:r>
              <a:rPr lang="en-US" altLang="ko-KR" sz="1400" dirty="0"/>
              <a:t>(</a:t>
            </a:r>
            <a:r>
              <a:rPr lang="en-US" altLang="ko-KR" sz="1400" dirty="0" err="1"/>
              <a:t>attrribPosition</a:t>
            </a:r>
            <a:r>
              <a:rPr lang="en-US" altLang="ko-KR" sz="1400" dirty="0"/>
              <a:t>);</a:t>
            </a:r>
          </a:p>
          <a:p>
            <a:r>
              <a:rPr lang="en-US" altLang="ko-KR" sz="1400" dirty="0" err="1"/>
              <a:t>glEnableVertexAttribArray</a:t>
            </a:r>
            <a:r>
              <a:rPr lang="en-US" altLang="ko-KR" sz="1400" dirty="0"/>
              <a:t>(</a:t>
            </a:r>
            <a:r>
              <a:rPr lang="en-US" altLang="ko-KR" sz="1400" dirty="0" err="1"/>
              <a:t>attrribTexPos</a:t>
            </a:r>
            <a:r>
              <a:rPr lang="en-US" altLang="ko-KR" sz="1400" dirty="0"/>
              <a:t>);</a:t>
            </a:r>
          </a:p>
          <a:p>
            <a:endParaRPr lang="ko-KR" altLang="en-US" sz="1400" dirty="0"/>
          </a:p>
          <a:p>
            <a:r>
              <a:rPr lang="en-US" altLang="ko-KR" sz="1400" dirty="0" err="1"/>
              <a:t>glBindBuffer</a:t>
            </a:r>
            <a:r>
              <a:rPr lang="en-US" altLang="ko-KR" sz="1400" dirty="0"/>
              <a:t>(GL_ARRAY_BUFFER, </a:t>
            </a:r>
            <a:r>
              <a:rPr lang="en-US" altLang="ko-KR" sz="1400" dirty="0" err="1"/>
              <a:t>VBO_PosTex</a:t>
            </a:r>
            <a:r>
              <a:rPr lang="en-US" altLang="ko-KR" sz="1400" dirty="0"/>
              <a:t>);</a:t>
            </a:r>
          </a:p>
          <a:p>
            <a:r>
              <a:rPr lang="en-US" altLang="ko-KR" sz="1400" dirty="0" err="1"/>
              <a:t>glVertexAttribPointer</a:t>
            </a:r>
            <a:r>
              <a:rPr lang="en-US" altLang="ko-KR" sz="1400" dirty="0"/>
              <a:t>(</a:t>
            </a:r>
            <a:r>
              <a:rPr lang="en-US" altLang="ko-KR" sz="1400" dirty="0" err="1"/>
              <a:t>attrribPosition</a:t>
            </a:r>
            <a:r>
              <a:rPr lang="en-US" altLang="ko-KR" sz="1400" dirty="0"/>
              <a:t>, 3, GL_FLOAT, GL_FALSE, 5 * </a:t>
            </a:r>
            <a:r>
              <a:rPr lang="en-US" altLang="ko-KR" sz="1400" dirty="0" err="1"/>
              <a:t>sizeof</a:t>
            </a:r>
            <a:r>
              <a:rPr lang="en-US" altLang="ko-KR" sz="1400" dirty="0"/>
              <a:t>(float), 0);</a:t>
            </a:r>
          </a:p>
          <a:p>
            <a:r>
              <a:rPr lang="en-US" altLang="ko-KR" sz="1400" dirty="0" err="1"/>
              <a:t>glVertexAttribPointer</a:t>
            </a:r>
            <a:r>
              <a:rPr lang="en-US" altLang="ko-KR" sz="1400" dirty="0"/>
              <a:t>(</a:t>
            </a:r>
            <a:r>
              <a:rPr lang="en-US" altLang="ko-KR" sz="1400" dirty="0" err="1"/>
              <a:t>attrribTexPos</a:t>
            </a:r>
            <a:r>
              <a:rPr lang="en-US" altLang="ko-KR" sz="1400" dirty="0"/>
              <a:t>, 2, GL_FLOAT, GL_FALSE, 5 * </a:t>
            </a:r>
            <a:r>
              <a:rPr lang="en-US" altLang="ko-KR" sz="1400" dirty="0" err="1"/>
              <a:t>sizeof</a:t>
            </a:r>
            <a:r>
              <a:rPr lang="en-US" altLang="ko-KR" sz="1400" dirty="0"/>
              <a:t>(float), (</a:t>
            </a:r>
            <a:r>
              <a:rPr lang="en-US" altLang="ko-KR" sz="1400" dirty="0" err="1"/>
              <a:t>GLvoid</a:t>
            </a:r>
            <a:r>
              <a:rPr lang="en-US" altLang="ko-KR" sz="1400" dirty="0"/>
              <a:t>*)(3 * </a:t>
            </a:r>
            <a:r>
              <a:rPr lang="en-US" altLang="ko-KR" sz="1400" dirty="0" err="1"/>
              <a:t>sizeof</a:t>
            </a:r>
            <a:r>
              <a:rPr lang="en-US" altLang="ko-KR" sz="1400" dirty="0"/>
              <a:t>(float)));</a:t>
            </a:r>
            <a:endParaRPr lang="ko-KR" altLang="en-US"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9011816" y="0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ko-KR" altLang="en-US" dirty="0" err="1"/>
              <a:t>렌더링</a:t>
            </a:r>
            <a:r>
              <a:rPr lang="ko-KR" altLang="en-US" dirty="0"/>
              <a:t> 준비</a:t>
            </a:r>
          </a:p>
        </p:txBody>
      </p:sp>
    </p:spTree>
    <p:extLst>
      <p:ext uri="{BB962C8B-B14F-4D97-AF65-F5344CB8AC3E}">
        <p14:creationId xmlns:p14="http://schemas.microsoft.com/office/powerpoint/2010/main" val="39442437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텍스처 사용</a:t>
            </a:r>
            <a:r>
              <a:rPr lang="en-US" altLang="ko-KR" dirty="0"/>
              <a:t>(</a:t>
            </a:r>
            <a:r>
              <a:rPr lang="ko-KR" altLang="en-US" dirty="0"/>
              <a:t>실습</a:t>
            </a:r>
            <a:r>
              <a:rPr lang="en-US" altLang="ko-KR" dirty="0"/>
              <a:t> </a:t>
            </a:r>
            <a:r>
              <a:rPr lang="ko-KR" altLang="en-US" dirty="0"/>
              <a:t>준비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직사각형 2"/>
          <p:cNvSpPr/>
          <p:nvPr/>
        </p:nvSpPr>
        <p:spPr>
          <a:xfrm>
            <a:off x="4196581" y="3087653"/>
            <a:ext cx="38202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 err="1"/>
              <a:t>glDrawArrays</a:t>
            </a:r>
            <a:r>
              <a:rPr lang="en-US" altLang="ko-KR" dirty="0"/>
              <a:t>(GL_TRIANGLES, 0, 6);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485908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내용 구현 </a:t>
            </a:r>
            <a:endParaRPr lang="en-US" altLang="ko-KR" dirty="0"/>
          </a:p>
          <a:p>
            <a:r>
              <a:rPr lang="en-US" altLang="ko-KR" dirty="0"/>
              <a:t>uniform </a:t>
            </a:r>
            <a:r>
              <a:rPr lang="ko-KR" altLang="en-US" dirty="0"/>
              <a:t>값</a:t>
            </a:r>
            <a:r>
              <a:rPr lang="en-US" altLang="ko-KR" dirty="0"/>
              <a:t>(sampler2D) </a:t>
            </a:r>
            <a:r>
              <a:rPr lang="ko-KR" altLang="en-US" dirty="0"/>
              <a:t>을 지속적으로 변경하여 </a:t>
            </a:r>
            <a:r>
              <a:rPr lang="en-US" altLang="ko-KR" dirty="0"/>
              <a:t>gTextureID0 ~ gTextureID5 </a:t>
            </a:r>
            <a:r>
              <a:rPr lang="ko-KR" altLang="en-US" dirty="0"/>
              <a:t>까지 애니메이션 되도록 구현</a:t>
            </a:r>
            <a:endParaRPr lang="en-US" altLang="ko-KR" dirty="0"/>
          </a:p>
          <a:p>
            <a:pPr lvl="1"/>
            <a:r>
              <a:rPr lang="ko-KR" altLang="en-US" dirty="0"/>
              <a:t>너무 빠르게 바뀐다면 </a:t>
            </a:r>
            <a:r>
              <a:rPr lang="en-US" altLang="ko-KR" dirty="0"/>
              <a:t>Sleep(1000); </a:t>
            </a:r>
            <a:r>
              <a:rPr lang="ko-KR" altLang="en-US" dirty="0"/>
              <a:t>을 넣어서 천천히 확인할 수 있음 </a:t>
            </a:r>
            <a:r>
              <a:rPr lang="en-US" altLang="ko-K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729034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단일 텍스처 사용 애니메이션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ko-KR" altLang="en-US" dirty="0"/>
              <a:t>다중 텍스처를 사용하여 애니메이션 구현</a:t>
            </a:r>
            <a:endParaRPr lang="en-US" altLang="ko-KR" dirty="0"/>
          </a:p>
          <a:p>
            <a:pPr lvl="1"/>
            <a:r>
              <a:rPr lang="ko-KR" altLang="en-US" dirty="0"/>
              <a:t>텍스처 </a:t>
            </a:r>
            <a:r>
              <a:rPr lang="en-US" altLang="ko-KR" dirty="0"/>
              <a:t>Switch </a:t>
            </a:r>
            <a:r>
              <a:rPr lang="ko-KR" altLang="en-US" dirty="0"/>
              <a:t>가 발생하여 효율성이 떨어짐</a:t>
            </a:r>
            <a:endParaRPr lang="en-US" altLang="ko-KR" dirty="0"/>
          </a:p>
          <a:p>
            <a:pPr lvl="1"/>
            <a:r>
              <a:rPr lang="ko-KR" altLang="en-US" dirty="0"/>
              <a:t>캐시 효율성이 떨어짐</a:t>
            </a:r>
            <a:endParaRPr lang="en-US" altLang="ko-KR" dirty="0"/>
          </a:p>
          <a:p>
            <a:r>
              <a:rPr lang="ko-KR" altLang="en-US" dirty="0"/>
              <a:t>하나의 텍스처에 </a:t>
            </a:r>
            <a:r>
              <a:rPr lang="ko-KR" altLang="en-US" dirty="0" err="1"/>
              <a:t>여러장의</a:t>
            </a:r>
            <a:r>
              <a:rPr lang="ko-KR" altLang="en-US" dirty="0"/>
              <a:t> 텍스처를 합쳐서 그리는 방식</a:t>
            </a:r>
            <a:endParaRPr lang="en-US" altLang="ko-KR" dirty="0"/>
          </a:p>
          <a:p>
            <a:pPr lvl="1"/>
            <a:r>
              <a:rPr lang="ko-KR" altLang="en-US" dirty="0"/>
              <a:t>텍스처 </a:t>
            </a:r>
            <a:r>
              <a:rPr lang="en-US" altLang="ko-KR" dirty="0"/>
              <a:t>Switch </a:t>
            </a:r>
            <a:r>
              <a:rPr lang="ko-KR" altLang="en-US" dirty="0"/>
              <a:t>발생이 없음</a:t>
            </a:r>
            <a:endParaRPr lang="en-US" altLang="ko-KR" dirty="0"/>
          </a:p>
          <a:p>
            <a:pPr lvl="1"/>
            <a:r>
              <a:rPr lang="ko-KR" altLang="en-US" dirty="0"/>
              <a:t>캐시 효율성 높음</a:t>
            </a:r>
          </a:p>
        </p:txBody>
      </p:sp>
    </p:spTree>
    <p:extLst>
      <p:ext uri="{BB962C8B-B14F-4D97-AF65-F5344CB8AC3E}">
        <p14:creationId xmlns:p14="http://schemas.microsoft.com/office/powerpoint/2010/main" val="144920790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단일 텍스처 사용 애니메이션 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184768" y="1731079"/>
            <a:ext cx="1440160" cy="4764930"/>
            <a:chOff x="7452856" y="1412776"/>
            <a:chExt cx="1482875" cy="6125478"/>
          </a:xfrm>
        </p:grpSpPr>
        <p:pic>
          <p:nvPicPr>
            <p:cNvPr id="4" name="Picture 3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880" t="27287" r="60605" b="55928"/>
            <a:stretch/>
          </p:blipFill>
          <p:spPr bwMode="auto">
            <a:xfrm>
              <a:off x="7460192" y="1412776"/>
              <a:ext cx="1475539" cy="1026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5" name="Picture 4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749" t="28704" r="54584" b="35648"/>
            <a:stretch/>
          </p:blipFill>
          <p:spPr bwMode="auto">
            <a:xfrm>
              <a:off x="7453435" y="2439562"/>
              <a:ext cx="1459741" cy="1026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5"/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299" t="27040" r="24455" b="24235"/>
            <a:stretch/>
          </p:blipFill>
          <p:spPr bwMode="auto">
            <a:xfrm>
              <a:off x="7461884" y="3441735"/>
              <a:ext cx="1458206" cy="10267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" name="Picture 6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41" t="27296" r="24621" b="24490"/>
            <a:stretch/>
          </p:blipFill>
          <p:spPr bwMode="auto">
            <a:xfrm>
              <a:off x="7452856" y="4468521"/>
              <a:ext cx="1460897" cy="101805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8" name="Picture 7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67" t="26954" r="24438" b="24322"/>
            <a:stretch/>
          </p:blipFill>
          <p:spPr bwMode="auto">
            <a:xfrm>
              <a:off x="7461884" y="5486580"/>
              <a:ext cx="1459741" cy="102278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9" name="Picture 8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343" t="27086" r="24558" b="24189"/>
            <a:stretch/>
          </p:blipFill>
          <p:spPr bwMode="auto">
            <a:xfrm>
              <a:off x="7462513" y="6509361"/>
              <a:ext cx="1456947" cy="102889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1" name="TextBox 10"/>
          <p:cNvSpPr txBox="1"/>
          <p:nvPr/>
        </p:nvSpPr>
        <p:spPr>
          <a:xfrm>
            <a:off x="4810130" y="1546413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(1.0, 1.0)</a:t>
            </a:r>
            <a:endParaRPr lang="ko-KR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829790" y="2369675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5.0/6.0)</a:t>
            </a:r>
            <a:endParaRPr lang="ko-KR" alt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4849983" y="3124714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4.0/6.0)</a:t>
            </a:r>
            <a:endParaRPr lang="ko-KR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4858702" y="3913163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3.0/6.0)</a:t>
            </a:r>
            <a:endParaRPr lang="ko-KR" alt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4860168" y="4715372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2.0/6.0)</a:t>
            </a:r>
            <a:endParaRPr lang="ko-KR" alt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870886" y="5500706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1.0/6.0)</a:t>
            </a:r>
            <a:endParaRPr lang="ko-KR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4870886" y="6272838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(1.0, 0.0)</a:t>
            </a:r>
            <a:endParaRPr lang="ko-KR" altLang="en-US" dirty="0"/>
          </a:p>
        </p:txBody>
      </p:sp>
      <p:sp>
        <p:nvSpPr>
          <p:cNvPr id="26" name="TextBox 25"/>
          <p:cNvSpPr txBox="1"/>
          <p:nvPr/>
        </p:nvSpPr>
        <p:spPr>
          <a:xfrm>
            <a:off x="1493444" y="1612047"/>
            <a:ext cx="1152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(1.0, 1.0)</a:t>
            </a:r>
            <a:endParaRPr lang="ko-KR" altLang="en-US" dirty="0"/>
          </a:p>
        </p:txBody>
      </p:sp>
      <p:sp>
        <p:nvSpPr>
          <p:cNvPr id="27" name="TextBox 26"/>
          <p:cNvSpPr txBox="1"/>
          <p:nvPr/>
        </p:nvSpPr>
        <p:spPr>
          <a:xfrm>
            <a:off x="1492466" y="2435309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5.0/6.0)</a:t>
            </a:r>
            <a:endParaRPr lang="ko-KR" altLang="en-US" dirty="0"/>
          </a:p>
        </p:txBody>
      </p:sp>
      <p:sp>
        <p:nvSpPr>
          <p:cNvPr id="28" name="TextBox 27"/>
          <p:cNvSpPr txBox="1"/>
          <p:nvPr/>
        </p:nvSpPr>
        <p:spPr>
          <a:xfrm>
            <a:off x="1512659" y="3190348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4.0/6.0)</a:t>
            </a:r>
            <a:endParaRPr lang="ko-KR" altLang="en-US" dirty="0"/>
          </a:p>
        </p:txBody>
      </p:sp>
      <p:sp>
        <p:nvSpPr>
          <p:cNvPr id="29" name="TextBox 28"/>
          <p:cNvSpPr txBox="1"/>
          <p:nvPr/>
        </p:nvSpPr>
        <p:spPr>
          <a:xfrm>
            <a:off x="1521378" y="3978797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3.0/6.0)</a:t>
            </a:r>
            <a:endParaRPr lang="ko-KR" altLang="en-US" dirty="0"/>
          </a:p>
        </p:txBody>
      </p:sp>
      <p:sp>
        <p:nvSpPr>
          <p:cNvPr id="30" name="TextBox 29"/>
          <p:cNvSpPr txBox="1"/>
          <p:nvPr/>
        </p:nvSpPr>
        <p:spPr>
          <a:xfrm>
            <a:off x="1522844" y="4781006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2.0/6.0)</a:t>
            </a:r>
            <a:endParaRPr lang="ko-KR" alt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1533562" y="5566340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1.0/6.0)</a:t>
            </a:r>
            <a:endParaRPr lang="ko-KR" altLang="en-US" dirty="0"/>
          </a:p>
        </p:txBody>
      </p:sp>
      <p:sp>
        <p:nvSpPr>
          <p:cNvPr id="32" name="TextBox 31"/>
          <p:cNvSpPr txBox="1"/>
          <p:nvPr/>
        </p:nvSpPr>
        <p:spPr>
          <a:xfrm>
            <a:off x="1533562" y="6338472"/>
            <a:ext cx="1729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0"/>
            <a:r>
              <a:rPr lang="en-US" altLang="ko-KR" dirty="0"/>
              <a:t>(1.0, 0.0)</a:t>
            </a:r>
            <a:endParaRPr lang="ko-KR" altLang="en-US" dirty="0"/>
          </a:p>
        </p:txBody>
      </p:sp>
      <p:sp>
        <p:nvSpPr>
          <p:cNvPr id="33" name="타원 32"/>
          <p:cNvSpPr/>
          <p:nvPr/>
        </p:nvSpPr>
        <p:spPr>
          <a:xfrm>
            <a:off x="3087804" y="1596653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/>
          <p:cNvSpPr/>
          <p:nvPr/>
        </p:nvSpPr>
        <p:spPr>
          <a:xfrm>
            <a:off x="3102486" y="2421424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타원 34"/>
          <p:cNvSpPr/>
          <p:nvPr/>
        </p:nvSpPr>
        <p:spPr>
          <a:xfrm>
            <a:off x="3102486" y="3213512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타원 35"/>
          <p:cNvSpPr/>
          <p:nvPr/>
        </p:nvSpPr>
        <p:spPr>
          <a:xfrm>
            <a:off x="3102486" y="4015874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타원 36"/>
          <p:cNvSpPr/>
          <p:nvPr/>
        </p:nvSpPr>
        <p:spPr>
          <a:xfrm>
            <a:off x="3102486" y="4797688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/>
          <p:cNvSpPr/>
          <p:nvPr/>
        </p:nvSpPr>
        <p:spPr>
          <a:xfrm>
            <a:off x="3102576" y="5599960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타원 38"/>
          <p:cNvSpPr/>
          <p:nvPr/>
        </p:nvSpPr>
        <p:spPr>
          <a:xfrm>
            <a:off x="3112760" y="6392138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타원 39"/>
          <p:cNvSpPr/>
          <p:nvPr/>
        </p:nvSpPr>
        <p:spPr>
          <a:xfrm>
            <a:off x="4507236" y="1608162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타원 40"/>
          <p:cNvSpPr/>
          <p:nvPr/>
        </p:nvSpPr>
        <p:spPr>
          <a:xfrm>
            <a:off x="4521918" y="2432933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타원 41"/>
          <p:cNvSpPr/>
          <p:nvPr/>
        </p:nvSpPr>
        <p:spPr>
          <a:xfrm>
            <a:off x="4521918" y="3225021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/>
          <p:cNvSpPr/>
          <p:nvPr/>
        </p:nvSpPr>
        <p:spPr>
          <a:xfrm>
            <a:off x="4521918" y="4027383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타원 43"/>
          <p:cNvSpPr/>
          <p:nvPr/>
        </p:nvSpPr>
        <p:spPr>
          <a:xfrm>
            <a:off x="4521918" y="4809197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타원 44"/>
          <p:cNvSpPr/>
          <p:nvPr/>
        </p:nvSpPr>
        <p:spPr>
          <a:xfrm>
            <a:off x="4522008" y="5611469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6" name="타원 45"/>
          <p:cNvSpPr/>
          <p:nvPr/>
        </p:nvSpPr>
        <p:spPr>
          <a:xfrm>
            <a:off x="4532192" y="6403647"/>
            <a:ext cx="174928" cy="184666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8" name="직선 화살표 연결선 47"/>
          <p:cNvCxnSpPr>
            <a:stCxn id="26" idx="3"/>
            <a:endCxn id="33" idx="2"/>
          </p:cNvCxnSpPr>
          <p:nvPr/>
        </p:nvCxnSpPr>
        <p:spPr>
          <a:xfrm flipV="1">
            <a:off x="2645572" y="1688987"/>
            <a:ext cx="442232" cy="10772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화살표 연결선 49"/>
          <p:cNvCxnSpPr>
            <a:endCxn id="34" idx="2"/>
          </p:cNvCxnSpPr>
          <p:nvPr/>
        </p:nvCxnSpPr>
        <p:spPr>
          <a:xfrm flipV="1">
            <a:off x="2866688" y="2513757"/>
            <a:ext cx="235798" cy="106218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화살표 연결선 51"/>
          <p:cNvCxnSpPr>
            <a:endCxn id="35" idx="2"/>
          </p:cNvCxnSpPr>
          <p:nvPr/>
        </p:nvCxnSpPr>
        <p:spPr>
          <a:xfrm flipV="1">
            <a:off x="2866688" y="3305846"/>
            <a:ext cx="235798" cy="69169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/>
          <p:cNvCxnSpPr>
            <a:endCxn id="36" idx="2"/>
          </p:cNvCxnSpPr>
          <p:nvPr/>
        </p:nvCxnSpPr>
        <p:spPr>
          <a:xfrm flipV="1">
            <a:off x="2866688" y="4108207"/>
            <a:ext cx="235798" cy="5525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/>
          <p:cNvCxnSpPr>
            <a:endCxn id="37" idx="2"/>
          </p:cNvCxnSpPr>
          <p:nvPr/>
        </p:nvCxnSpPr>
        <p:spPr>
          <a:xfrm flipV="1">
            <a:off x="2866688" y="4890022"/>
            <a:ext cx="235798" cy="75651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/>
          <p:cNvCxnSpPr>
            <a:endCxn id="38" idx="2"/>
          </p:cNvCxnSpPr>
          <p:nvPr/>
        </p:nvCxnSpPr>
        <p:spPr>
          <a:xfrm flipV="1">
            <a:off x="2866688" y="5692294"/>
            <a:ext cx="235888" cy="5871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/>
          <p:cNvCxnSpPr>
            <a:endCxn id="39" idx="2"/>
          </p:cNvCxnSpPr>
          <p:nvPr/>
        </p:nvCxnSpPr>
        <p:spPr>
          <a:xfrm flipV="1">
            <a:off x="2567608" y="6484472"/>
            <a:ext cx="545152" cy="3866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/>
          <p:cNvCxnSpPr>
            <a:endCxn id="40" idx="6"/>
          </p:cNvCxnSpPr>
          <p:nvPr/>
        </p:nvCxnSpPr>
        <p:spPr>
          <a:xfrm flipH="1" flipV="1">
            <a:off x="4682164" y="1700495"/>
            <a:ext cx="188722" cy="30584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/>
          <p:cNvCxnSpPr>
            <a:endCxn id="41" idx="6"/>
          </p:cNvCxnSpPr>
          <p:nvPr/>
        </p:nvCxnSpPr>
        <p:spPr>
          <a:xfrm flipH="1" flipV="1">
            <a:off x="4696846" y="2525266"/>
            <a:ext cx="247026" cy="4160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/>
          <p:cNvCxnSpPr>
            <a:endCxn id="42" idx="6"/>
          </p:cNvCxnSpPr>
          <p:nvPr/>
        </p:nvCxnSpPr>
        <p:spPr>
          <a:xfrm flipH="1" flipV="1">
            <a:off x="4696846" y="3317355"/>
            <a:ext cx="248448" cy="21747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/>
          <p:cNvCxnSpPr>
            <a:endCxn id="43" idx="6"/>
          </p:cNvCxnSpPr>
          <p:nvPr/>
        </p:nvCxnSpPr>
        <p:spPr>
          <a:xfrm flipH="1">
            <a:off x="4696847" y="4109664"/>
            <a:ext cx="268997" cy="10053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>
            <a:endCxn id="44" idx="6"/>
          </p:cNvCxnSpPr>
          <p:nvPr/>
        </p:nvCxnSpPr>
        <p:spPr>
          <a:xfrm flipH="1">
            <a:off x="4678167" y="4911047"/>
            <a:ext cx="297951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>
            <a:endCxn id="45" idx="6"/>
          </p:cNvCxnSpPr>
          <p:nvPr/>
        </p:nvCxnSpPr>
        <p:spPr>
          <a:xfrm flipH="1">
            <a:off x="4678167" y="5702157"/>
            <a:ext cx="328773" cy="0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>
            <a:endCxn id="46" idx="6"/>
          </p:cNvCxnSpPr>
          <p:nvPr/>
        </p:nvCxnSpPr>
        <p:spPr>
          <a:xfrm flipH="1">
            <a:off x="4678167" y="6452171"/>
            <a:ext cx="308225" cy="41096"/>
          </a:xfrm>
          <a:prstGeom prst="straightConnector1">
            <a:avLst/>
          </a:prstGeom>
          <a:ln>
            <a:solidFill>
              <a:schemeClr val="tx1"/>
            </a:solidFill>
            <a:headEnd type="none" w="med" len="me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37848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내용 구현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C9E498E-7F40-7C28-C4F8-B0971CECF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9" y="0"/>
            <a:ext cx="88258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3081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TM04033921[[fn=다마스크]]</Template>
  <TotalTime>1108</TotalTime>
  <Words>1988</Words>
  <Application>Microsoft Office PowerPoint</Application>
  <PresentationFormat>와이드스크린</PresentationFormat>
  <Paragraphs>449</Paragraphs>
  <Slides>51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51</vt:i4>
      </vt:variant>
    </vt:vector>
  </HeadingPairs>
  <TitlesOfParts>
    <vt:vector size="58" baseType="lpstr">
      <vt:lpstr>맑은 고딕</vt:lpstr>
      <vt:lpstr>Arial</vt:lpstr>
      <vt:lpstr>Bookman Old Style</vt:lpstr>
      <vt:lpstr>Cambria Math</vt:lpstr>
      <vt:lpstr>Rockwell</vt:lpstr>
      <vt:lpstr>Wingdings</vt:lpstr>
      <vt:lpstr>Damask</vt:lpstr>
      <vt:lpstr>셰이더 프로그래밍 Lecture4</vt:lpstr>
      <vt:lpstr>수업에서 다룰 내용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매핑</vt:lpstr>
      <vt:lpstr>텍스쳐 생성</vt:lpstr>
      <vt:lpstr>참고 코드</vt:lpstr>
      <vt:lpstr>텍스쳐 사용</vt:lpstr>
      <vt:lpstr>텍스쳐 사용</vt:lpstr>
      <vt:lpstr>실습</vt:lpstr>
      <vt:lpstr>실습</vt:lpstr>
      <vt:lpstr>실습</vt:lpstr>
      <vt:lpstr>PowerPoint 프레젠테이션</vt:lpstr>
      <vt:lpstr>PowerPoint 프레젠테이션</vt:lpstr>
      <vt:lpstr>PowerPoint 프레젠테이션</vt:lpstr>
      <vt:lpstr>실습</vt:lpstr>
      <vt:lpstr>실습</vt:lpstr>
      <vt:lpstr>다중 텍스처 사용</vt:lpstr>
      <vt:lpstr>다중 텍스처 사용</vt:lpstr>
      <vt:lpstr>다중 텍스처 사용</vt:lpstr>
      <vt:lpstr>다중 텍스처 사용</vt:lpstr>
      <vt:lpstr>다중 텍스처 사용</vt:lpstr>
      <vt:lpstr>다중 텍스처 사용</vt:lpstr>
      <vt:lpstr>다중 텍스처 사용</vt:lpstr>
      <vt:lpstr>다중 텍스처 사용(실습 준비)</vt:lpstr>
      <vt:lpstr>다중 텍스처 사용(실습 준비)</vt:lpstr>
      <vt:lpstr>다중 텍스처 사용(실습 준비)</vt:lpstr>
      <vt:lpstr>다중 텍스처 사용(실습 준비)</vt:lpstr>
      <vt:lpstr>다중 텍스처 사용(실습 준비)</vt:lpstr>
      <vt:lpstr>다중 텍스처 사용(실습 준비)</vt:lpstr>
      <vt:lpstr>실습</vt:lpstr>
      <vt:lpstr>단일 텍스처 사용 애니메이션 </vt:lpstr>
      <vt:lpstr>단일 텍스처 사용 애니메이션 </vt:lpstr>
      <vt:lpstr>실습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고급그래픽스효과</dc:title>
  <dc:creator>Microsoft Corporation</dc:creator>
  <cp:lastModifiedBy>민지용(2021182012)</cp:lastModifiedBy>
  <cp:revision>67</cp:revision>
  <dcterms:created xsi:type="dcterms:W3CDTF">2006-10-05T04:04:58Z</dcterms:created>
  <dcterms:modified xsi:type="dcterms:W3CDTF">2025-11-24T10:43:00Z</dcterms:modified>
</cp:coreProperties>
</file>